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425" r:id="rId4"/>
    <p:sldId id="473" r:id="rId5"/>
    <p:sldId id="474" r:id="rId6"/>
    <p:sldId id="475" r:id="rId7"/>
    <p:sldId id="476" r:id="rId8"/>
    <p:sldId id="477" r:id="rId9"/>
    <p:sldId id="408" r:id="rId10"/>
    <p:sldId id="479" r:id="rId11"/>
    <p:sldId id="478" r:id="rId12"/>
    <p:sldId id="481" r:id="rId13"/>
    <p:sldId id="482" r:id="rId14"/>
    <p:sldId id="483" r:id="rId15"/>
    <p:sldId id="468" r:id="rId16"/>
    <p:sldId id="465" r:id="rId17"/>
    <p:sldId id="281" r:id="rId18"/>
    <p:sldId id="282" r:id="rId19"/>
    <p:sldId id="443" r:id="rId20"/>
    <p:sldId id="469" r:id="rId21"/>
  </p:sldIdLst>
  <p:sldSz cx="12192000" cy="6858000"/>
  <p:notesSz cx="6797675" cy="9926638"/>
  <p:embeddedFontLst>
    <p:embeddedFont>
      <p:font typeface="Bebas Neue" panose="020B0606020202050201" pitchFamily="34" charset="77"/>
      <p:regular r:id="rId23"/>
    </p:embeddedFont>
    <p:embeddedFont>
      <p:font typeface="Dreaming Outloud Pro" panose="03050502040302030504" pitchFamily="66" charset="77"/>
      <p:regular r:id="rId24"/>
      <p:italic r:id="rId25"/>
    </p:embeddedFont>
    <p:embeddedFont>
      <p:font typeface="Roboto" panose="02000000000000000000" pitchFamily="2" charset="0"/>
      <p:regular r:id="rId26"/>
      <p:bold r:id="rId27"/>
      <p:italic r:id="rId28"/>
      <p:boldItalic r:id="rId29"/>
    </p:embeddedFont>
    <p:embeddedFont>
      <p:font typeface="Source Sans Pro" panose="020B0503030403020204" pitchFamily="34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DADC"/>
    <a:srgbClr val="392D65"/>
    <a:srgbClr val="392D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653"/>
    <p:restoredTop sz="92165" autoAdjust="0"/>
  </p:normalViewPr>
  <p:slideViewPr>
    <p:cSldViewPr snapToGrid="0" snapToObjects="1">
      <p:cViewPr varScale="1">
        <p:scale>
          <a:sx n="149" d="100"/>
          <a:sy n="149" d="100"/>
        </p:scale>
        <p:origin x="1856" y="18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-142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6078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67760-01D3-2F84-8789-F67DD53C7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CCBC59-3B73-83BD-5E1A-DAF9B955B8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1F8A1D-30B1-CD7D-507F-FAC6F46F9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C6477-99E8-CBC2-D7A7-75F25DF705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270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87EA9-0D3F-0E69-640B-B3D4C164E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11FEA1-A64F-9AB3-8FB5-9A3C76BAB6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3D8373-A951-A6D4-3F6C-F6BDF77913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pPr rtl="0"/>
            <a:endParaRPr lang="pt-BR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CA9E2-6BEC-6C27-72C1-6F87FEBBD9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11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65924-0CFD-87E1-DC6C-7A01B69DB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DE452F-26BB-D4AB-1DC3-C6E2A58855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D0E7E7-23A9-BA99-9CEF-1E941778C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rPr lang="en-US" dirty="0"/>
              <a:t>Mas </a:t>
            </a:r>
            <a:r>
              <a:rPr lang="en-US" dirty="0" err="1"/>
              <a:t>em</a:t>
            </a:r>
            <a:r>
              <a:rPr lang="en-US" dirty="0"/>
              <a:t> que </a:t>
            </a:r>
            <a:r>
              <a:rPr lang="en-US" dirty="0" err="1"/>
              <a:t>situações</a:t>
            </a:r>
            <a:r>
              <a:rPr lang="en-US" dirty="0"/>
              <a:t> </a:t>
            </a:r>
            <a:r>
              <a:rPr lang="en-US" dirty="0" err="1"/>
              <a:t>precisamos</a:t>
            </a:r>
            <a:r>
              <a:rPr lang="en-US" dirty="0"/>
              <a:t> </a:t>
            </a:r>
            <a:r>
              <a:rPr lang="en-US" dirty="0" err="1"/>
              <a:t>desses</a:t>
            </a:r>
            <a:r>
              <a:rPr lang="en-US" dirty="0"/>
              <a:t> dados?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A3C16-5A06-E2BF-0C57-8631A4C129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372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17FB4-00E8-B2E2-43A7-DADD1E46E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976B9E-BD56-7222-A4CC-FB9F7B7FC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FE81D4-D04D-C6F6-8FF3-2336BEAE0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rPr lang="en-US" dirty="0"/>
              <a:t>Mas </a:t>
            </a:r>
            <a:r>
              <a:rPr lang="en-US" dirty="0" err="1"/>
              <a:t>em</a:t>
            </a:r>
            <a:r>
              <a:rPr lang="en-US" dirty="0"/>
              <a:t> que </a:t>
            </a:r>
            <a:r>
              <a:rPr lang="en-US" dirty="0" err="1"/>
              <a:t>situações</a:t>
            </a:r>
            <a:r>
              <a:rPr lang="en-US" dirty="0"/>
              <a:t> </a:t>
            </a:r>
            <a:r>
              <a:rPr lang="en-US" dirty="0" err="1"/>
              <a:t>precisamos</a:t>
            </a:r>
            <a:r>
              <a:rPr lang="en-US" dirty="0"/>
              <a:t> </a:t>
            </a:r>
            <a:r>
              <a:rPr lang="en-US" dirty="0" err="1"/>
              <a:t>desses</a:t>
            </a:r>
            <a:r>
              <a:rPr lang="en-US" dirty="0"/>
              <a:t> dados?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2CCEE9-115E-5126-0A58-A139B18135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3126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F91BD-C9C4-F218-02DC-0E965F973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F257D6-AD14-6D13-818F-C13E4B2BDD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A82B6B-D91F-F6AD-EDFB-683B0A810F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rPr lang="en-US" dirty="0"/>
              <a:t>Mas </a:t>
            </a:r>
            <a:r>
              <a:rPr lang="en-US" dirty="0" err="1"/>
              <a:t>em</a:t>
            </a:r>
            <a:r>
              <a:rPr lang="en-US" dirty="0"/>
              <a:t> que </a:t>
            </a:r>
            <a:r>
              <a:rPr lang="en-US" dirty="0" err="1"/>
              <a:t>situações</a:t>
            </a:r>
            <a:r>
              <a:rPr lang="en-US" dirty="0"/>
              <a:t> </a:t>
            </a:r>
            <a:r>
              <a:rPr lang="en-US" dirty="0" err="1"/>
              <a:t>precisamos</a:t>
            </a:r>
            <a:r>
              <a:rPr lang="en-US" dirty="0"/>
              <a:t> </a:t>
            </a:r>
            <a:r>
              <a:rPr lang="en-US" dirty="0" err="1"/>
              <a:t>desses</a:t>
            </a:r>
            <a:r>
              <a:rPr lang="en-US" dirty="0"/>
              <a:t> dados?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695EE6-51DA-E81D-5394-A1EF5C7EA0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756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27D42-9560-F995-81BF-7585B6814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968B63-E4C7-9E8A-68D2-F81FD011AD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9EFC63-0434-B92F-EEA6-E4516F74CF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2A6DBB-A0C3-E497-12C3-2D3EF165A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5538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CDD99-F6EF-B873-73CA-0DFAEDC8D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C076DB-6EA5-A20A-7CCF-36F8744BA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F18B14-8A97-528F-B565-49925C5C8C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pPr rtl="0"/>
            <a:endParaRPr lang="pt-BR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37D72-4176-BEC8-B214-FC4C0A2FE1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5204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565AF-591F-157F-F921-1DAB6A808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D49DFF-5ABC-8969-5022-F3A7DAC8B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81FA6D-7F5C-33EA-3E65-FFD1754A9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rPr lang="en-US" dirty="0"/>
              <a:t>Mas </a:t>
            </a:r>
            <a:r>
              <a:rPr lang="en-US" dirty="0" err="1"/>
              <a:t>em</a:t>
            </a:r>
            <a:r>
              <a:rPr lang="en-US" dirty="0"/>
              <a:t> que </a:t>
            </a:r>
            <a:r>
              <a:rPr lang="en-US" dirty="0" err="1"/>
              <a:t>situações</a:t>
            </a:r>
            <a:r>
              <a:rPr lang="en-US" dirty="0"/>
              <a:t> </a:t>
            </a:r>
            <a:r>
              <a:rPr lang="en-US" dirty="0" err="1"/>
              <a:t>precisamos</a:t>
            </a:r>
            <a:r>
              <a:rPr lang="en-US" dirty="0"/>
              <a:t> </a:t>
            </a:r>
            <a:r>
              <a:rPr lang="en-US" dirty="0" err="1"/>
              <a:t>desses</a:t>
            </a:r>
            <a:r>
              <a:rPr lang="en-US" dirty="0"/>
              <a:t> dados?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F5791-91DF-672B-C36D-6B5C093DB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1235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7B412-3373-58E2-238E-164928501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B457C6-6845-7C2B-421D-89D052926A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DCF227-94C4-869E-A4C4-26506D994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pPr rtl="0"/>
            <a:endParaRPr lang="pt-BR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0862F-FB92-3AC8-F22A-07F411E91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3085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7B858-7A1D-3EA9-7840-D70153FF1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D39609-78BD-D0CA-C92C-51AD4380A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957A19-664B-7C4A-2768-49A59A88A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rPr lang="en-US" dirty="0"/>
              <a:t>Mas </a:t>
            </a:r>
            <a:r>
              <a:rPr lang="en-US" dirty="0" err="1"/>
              <a:t>em</a:t>
            </a:r>
            <a:r>
              <a:rPr lang="en-US" dirty="0"/>
              <a:t> que </a:t>
            </a:r>
            <a:r>
              <a:rPr lang="en-US" dirty="0" err="1"/>
              <a:t>situações</a:t>
            </a:r>
            <a:r>
              <a:rPr lang="en-US" dirty="0"/>
              <a:t> </a:t>
            </a:r>
            <a:r>
              <a:rPr lang="en-US" dirty="0" err="1"/>
              <a:t>precisamos</a:t>
            </a:r>
            <a:r>
              <a:rPr lang="en-US" dirty="0"/>
              <a:t> </a:t>
            </a:r>
            <a:r>
              <a:rPr lang="en-US" dirty="0" err="1"/>
              <a:t>desses</a:t>
            </a:r>
            <a:r>
              <a:rPr lang="en-US" dirty="0"/>
              <a:t> dados?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83555-4239-96CB-9357-DBD3073E42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5360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B25FB-1BBE-CEC4-04F1-9BE7A9120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A8C496-F78E-354B-F55F-2DB37DF72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49533A-D872-8088-5A87-160863C37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rPr lang="en-US" dirty="0"/>
              <a:t>Mas </a:t>
            </a:r>
            <a:r>
              <a:rPr lang="en-US" dirty="0" err="1"/>
              <a:t>em</a:t>
            </a:r>
            <a:r>
              <a:rPr lang="en-US" dirty="0"/>
              <a:t> que </a:t>
            </a:r>
            <a:r>
              <a:rPr lang="en-US" dirty="0" err="1"/>
              <a:t>situações</a:t>
            </a:r>
            <a:r>
              <a:rPr lang="en-US" dirty="0"/>
              <a:t> </a:t>
            </a:r>
            <a:r>
              <a:rPr lang="en-US" dirty="0" err="1"/>
              <a:t>precisamos</a:t>
            </a:r>
            <a:r>
              <a:rPr lang="en-US" dirty="0"/>
              <a:t> </a:t>
            </a:r>
            <a:r>
              <a:rPr lang="en-US" dirty="0" err="1"/>
              <a:t>desses</a:t>
            </a:r>
            <a:r>
              <a:rPr lang="en-US" dirty="0"/>
              <a:t> dados?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4D3FA-459F-15F1-4986-21E19F62C7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4569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3E7D0-76ED-1B54-5701-6AE34CAC3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007987-6B2B-7108-2BE1-1FACD1ED6A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6230DE-3D1C-7755-9F44-A85CE2DCB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rPr lang="en-US" dirty="0"/>
              <a:t>Mas </a:t>
            </a:r>
            <a:r>
              <a:rPr lang="en-US" dirty="0" err="1"/>
              <a:t>em</a:t>
            </a:r>
            <a:r>
              <a:rPr lang="en-US" dirty="0"/>
              <a:t> que </a:t>
            </a:r>
            <a:r>
              <a:rPr lang="en-US" dirty="0" err="1"/>
              <a:t>situações</a:t>
            </a:r>
            <a:r>
              <a:rPr lang="en-US" dirty="0"/>
              <a:t> </a:t>
            </a:r>
            <a:r>
              <a:rPr lang="en-US" dirty="0" err="1"/>
              <a:t>precisamos</a:t>
            </a:r>
            <a:r>
              <a:rPr lang="en-US" dirty="0"/>
              <a:t> </a:t>
            </a:r>
            <a:r>
              <a:rPr lang="en-US" dirty="0" err="1"/>
              <a:t>desses</a:t>
            </a:r>
            <a:r>
              <a:rPr lang="en-US" dirty="0"/>
              <a:t> dados?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BA024-47AB-F305-2585-A33FB7E16C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022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A29B8-BC0A-A9E8-D412-84B70693F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CA65B8-5B71-6791-1E52-DC543DAE21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7C21ED-0342-BBBF-5394-26DFFA484E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r>
              <a:rPr lang="en-US" dirty="0"/>
              <a:t>Mas </a:t>
            </a:r>
            <a:r>
              <a:rPr lang="en-US" dirty="0" err="1"/>
              <a:t>em</a:t>
            </a:r>
            <a:r>
              <a:rPr lang="en-US" dirty="0"/>
              <a:t> que </a:t>
            </a:r>
            <a:r>
              <a:rPr lang="en-US" dirty="0" err="1"/>
              <a:t>situações</a:t>
            </a:r>
            <a:r>
              <a:rPr lang="en-US" dirty="0"/>
              <a:t> </a:t>
            </a:r>
            <a:r>
              <a:rPr lang="en-US" dirty="0" err="1"/>
              <a:t>precisamos</a:t>
            </a:r>
            <a:r>
              <a:rPr lang="en-US" dirty="0"/>
              <a:t> </a:t>
            </a:r>
            <a:r>
              <a:rPr lang="en-US" dirty="0" err="1"/>
              <a:t>desses</a:t>
            </a:r>
            <a:r>
              <a:rPr lang="en-US" dirty="0"/>
              <a:t> dados?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34FAA-DCDD-6CB8-E1A8-D392032313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1148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E157E-17B1-B892-560F-51064813D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2BD4AA-6A59-3F93-7D2F-C04E522E74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7BF68C-8E21-99F4-ADE4-B57FBE7189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06D6D-D478-DC8B-3A64-04FA93ED73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6406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98C1B-9C12-5417-0FA1-F76F5E737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BD02A6-230A-2C7A-1D28-D5462B7E8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0F7F08-DD50-4519-7F91-2E1A9A124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9DAE1-430D-364D-D51A-ED358C46EB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3131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B4CEC-DFAF-7244-A017-439C1C3D0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2465E2-4ED1-88F7-7278-2A87D5788F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EE6F2A-C113-66AA-5AE6-C42316C6D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pPr rtl="0"/>
            <a:endParaRPr lang="pt-BR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6140A1-EF12-F053-AAE6-12AABB007E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21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7ESK5SaP-bc?feature=oembed" TargetMode="Externa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oY0YMZDhFeLnAw_2CivpGyYD0rgDDpgA?usp=sharing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 l="387" t="2847" r="387" b="2847"/>
          <a:stretch/>
        </p:blipFill>
        <p:spPr>
          <a:xfrm>
            <a:off x="0" y="0"/>
            <a:ext cx="12188952" cy="6465858"/>
          </a:xfrm>
          <a:prstGeom prst="rect">
            <a:avLst/>
          </a:prstGeom>
          <a:ln w="25400">
            <a:solidFill>
              <a:schemeClr val="bg1">
                <a:alpha val="0"/>
              </a:schemeClr>
            </a:solidFill>
          </a:ln>
        </p:spPr>
      </p:pic>
      <p:sp>
        <p:nvSpPr>
          <p:cNvPr id="3" name="Object 2"/>
          <p:cNvSpPr/>
          <p:nvPr/>
        </p:nvSpPr>
        <p:spPr>
          <a:xfrm>
            <a:off x="402866" y="2763715"/>
            <a:ext cx="11386269" cy="799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pt-BR" sz="5400" b="1" kern="0" spc="63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FF">
                    <a:alpha val="90000"/>
                  </a:srgbClr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MONTE CARLO COMO QUANTIFICAÇÃO DA INCERTEZA</a:t>
            </a:r>
            <a:endParaRPr lang="pt-BR" sz="1400" noProof="0" dirty="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4" name="Object 3"/>
          <p:cNvSpPr/>
          <p:nvPr/>
        </p:nvSpPr>
        <p:spPr>
          <a:xfrm>
            <a:off x="0" y="6465858"/>
            <a:ext cx="12188952" cy="390427"/>
          </a:xfrm>
          <a:prstGeom prst="rect">
            <a:avLst/>
          </a:prstGeom>
          <a:solidFill>
            <a:srgbClr val="000000">
              <a:alpha val="80000"/>
            </a:srgbClr>
          </a:solidFill>
        </p:spPr>
        <p:txBody>
          <a:bodyPr/>
          <a:lstStyle/>
          <a:p>
            <a:endParaRPr lang="pt-BR" noProof="0" dirty="0"/>
          </a:p>
        </p:txBody>
      </p:sp>
      <p:sp>
        <p:nvSpPr>
          <p:cNvPr id="5" name="Object 4"/>
          <p:cNvSpPr/>
          <p:nvPr/>
        </p:nvSpPr>
        <p:spPr>
          <a:xfrm>
            <a:off x="476131" y="6554166"/>
            <a:ext cx="6337303" cy="2046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612"/>
              </a:lnSpc>
              <a:buNone/>
            </a:pPr>
            <a:r>
              <a:rPr lang="pt-BR" sz="1229" kern="0" spc="25" noProof="0" dirty="0">
                <a:solidFill>
                  <a:srgbClr val="FFFFFF">
                    <a:alpha val="90000"/>
                  </a:srgbClr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Prof. Jeff </a:t>
            </a:r>
            <a:r>
              <a:rPr lang="pt-BR" sz="1229" kern="0" spc="25" dirty="0">
                <a:solidFill>
                  <a:srgbClr val="FFFFFF">
                    <a:alpha val="90000"/>
                  </a:srgbClr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Oliveira</a:t>
            </a:r>
            <a:r>
              <a:rPr lang="pt-BR" sz="1229" kern="0" spc="25" noProof="0" dirty="0">
                <a:solidFill>
                  <a:srgbClr val="FFFFFF">
                    <a:alpha val="90000"/>
                  </a:srgbClr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</a:t>
            </a:r>
            <a:r>
              <a:rPr lang="pt-BR" sz="1229" kern="0" spc="25" noProof="0" dirty="0" err="1">
                <a:solidFill>
                  <a:srgbClr val="FFFFFF">
                    <a:alpha val="90000"/>
                  </a:srgbClr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Ph</a:t>
            </a:r>
            <a:r>
              <a:rPr lang="pt-BR" sz="1229" kern="0" spc="25" noProof="0" dirty="0">
                <a:solidFill>
                  <a:srgbClr val="FFFFFF">
                    <a:alpha val="90000"/>
                  </a:srgbClr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 D.</a:t>
            </a:r>
            <a:endParaRPr lang="pt-BR" noProof="0" dirty="0"/>
          </a:p>
        </p:txBody>
      </p:sp>
      <p:sp>
        <p:nvSpPr>
          <p:cNvPr id="6" name="Object 5"/>
          <p:cNvSpPr/>
          <p:nvPr/>
        </p:nvSpPr>
        <p:spPr>
          <a:xfrm>
            <a:off x="5661197" y="6554166"/>
            <a:ext cx="6337303" cy="2046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>
              <a:lnSpc>
                <a:spcPts val="1612"/>
              </a:lnSpc>
              <a:buNone/>
            </a:pPr>
            <a:r>
              <a:rPr lang="pt-BR" sz="1229" kern="0" spc="25" noProof="0" dirty="0">
                <a:solidFill>
                  <a:srgbClr val="FFFFFF">
                    <a:alpha val="90000"/>
                  </a:srgbClr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Encontro 08 | Sem 05 | </a:t>
            </a:r>
            <a:r>
              <a:rPr lang="pt-BR" sz="1229" u="sng" kern="0" spc="25" noProof="0" dirty="0">
                <a:solidFill>
                  <a:srgbClr val="FFFFFF">
                    <a:alpha val="90000"/>
                  </a:srgbClr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21/05/2025</a:t>
            </a:r>
            <a:r>
              <a:rPr lang="pt-BR" sz="1229" kern="0" spc="25" noProof="0" dirty="0">
                <a:solidFill>
                  <a:srgbClr val="FFFFFF">
                    <a:alpha val="90000"/>
                  </a:srgbClr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| 10h</a:t>
            </a:r>
            <a:endParaRPr lang="pt-BR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2952633" y="479107"/>
            <a:ext cx="9177305" cy="5415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266"/>
              </a:lnSpc>
              <a:spcBef>
                <a:spcPts val="23"/>
              </a:spcBef>
              <a:buNone/>
            </a:pPr>
            <a:r>
              <a:rPr lang="pt-BR" sz="4688" b="1" kern="0" spc="47" noProof="0" dirty="0">
                <a:solidFill>
                  <a:srgbClr val="392D65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COMBINADOS</a:t>
            </a:r>
            <a:endParaRPr lang="pt-BR" noProof="0" dirty="0"/>
          </a:p>
        </p:txBody>
      </p:sp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3"/>
          <a:srcRect l="7345" t="1006" r="7345" b="1006"/>
          <a:stretch/>
        </p:blipFill>
        <p:spPr>
          <a:xfrm>
            <a:off x="0" y="0"/>
            <a:ext cx="2903175" cy="6865808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3655462" y="1885032"/>
            <a:ext cx="8548812" cy="215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700"/>
              </a:lnSpc>
              <a:buNone/>
            </a:pPr>
            <a:r>
              <a:rPr lang="pt-BR" sz="1296" b="1" kern="0" spc="26" noProof="0" dirty="0">
                <a:solidFill>
                  <a:srgbClr val="392D6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👍MODELO DE AULAS</a:t>
            </a:r>
            <a:endParaRPr lang="pt-BR" noProof="0" dirty="0"/>
          </a:p>
        </p:txBody>
      </p:sp>
      <p:sp>
        <p:nvSpPr>
          <p:cNvPr id="5" name="Object 4"/>
          <p:cNvSpPr/>
          <p:nvPr/>
        </p:nvSpPr>
        <p:spPr>
          <a:xfrm>
            <a:off x="3655462" y="2221523"/>
            <a:ext cx="8548812" cy="215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700"/>
              </a:lnSpc>
              <a:spcBef>
                <a:spcPts val="931"/>
              </a:spcBef>
              <a:buNone/>
            </a:pPr>
            <a:r>
              <a:rPr lang="pt-BR" sz="1296" kern="0" spc="26" noProof="0" dirty="0">
                <a:solidFill>
                  <a:srgbClr val="392D6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👍</a:t>
            </a:r>
            <a:r>
              <a:rPr lang="pt-BR" sz="1296" b="1" kern="0" spc="26" noProof="0" dirty="0">
                <a:solidFill>
                  <a:srgbClr val="392D6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CHECK-IN</a:t>
            </a:r>
            <a:endParaRPr lang="pt-BR" noProof="0" dirty="0"/>
          </a:p>
        </p:txBody>
      </p:sp>
      <p:sp>
        <p:nvSpPr>
          <p:cNvPr id="6" name="Object 5"/>
          <p:cNvSpPr/>
          <p:nvPr/>
        </p:nvSpPr>
        <p:spPr>
          <a:xfrm>
            <a:off x="3655462" y="2642006"/>
            <a:ext cx="8548812" cy="2063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42900" indent="-242900" algn="l">
              <a:lnSpc>
                <a:spcPts val="1626"/>
              </a:lnSpc>
              <a:spcBef>
                <a:spcPts val="1580"/>
              </a:spcBef>
              <a:buSzPct val="100000"/>
              <a:buChar char="•"/>
            </a:pPr>
            <a:r>
              <a:rPr lang="pt-BR" sz="1377" kern="0" spc="28" noProof="0" dirty="0">
                <a:solidFill>
                  <a:srgbClr val="000000">
                    <a:alpha val="80000"/>
                  </a:srgbClr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Só faça check-in se estiver na sala de aula. Atrasos e a não permanência implicam em falta</a:t>
            </a:r>
            <a:endParaRPr lang="pt-BR" noProof="0" dirty="0"/>
          </a:p>
        </p:txBody>
      </p:sp>
      <p:sp>
        <p:nvSpPr>
          <p:cNvPr id="7" name="Object 6"/>
          <p:cNvSpPr/>
          <p:nvPr/>
        </p:nvSpPr>
        <p:spPr>
          <a:xfrm>
            <a:off x="3655462" y="2977232"/>
            <a:ext cx="8548812" cy="215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700"/>
              </a:lnSpc>
              <a:spcBef>
                <a:spcPts val="995"/>
              </a:spcBef>
              <a:buNone/>
            </a:pPr>
            <a:r>
              <a:rPr lang="pt-BR" sz="1296" kern="0" spc="26" noProof="0" dirty="0">
                <a:solidFill>
                  <a:srgbClr val="000000">
                    <a:alpha val="80000"/>
                  </a:srgbClr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👍</a:t>
            </a:r>
            <a:r>
              <a:rPr lang="pt-BR" sz="1296" b="1" kern="0" spc="26" noProof="0" dirty="0">
                <a:solidFill>
                  <a:srgbClr val="000000">
                    <a:alpha val="80000"/>
                  </a:srgbClr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</a:t>
            </a:r>
            <a:r>
              <a:rPr lang="pt-BR" sz="1296" b="1" kern="0" spc="26" noProof="0" dirty="0">
                <a:solidFill>
                  <a:srgbClr val="392D6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EEDBACK</a:t>
            </a:r>
            <a:endParaRPr lang="pt-BR" noProof="0" dirty="0"/>
          </a:p>
        </p:txBody>
      </p:sp>
      <p:sp>
        <p:nvSpPr>
          <p:cNvPr id="8" name="Object 7"/>
          <p:cNvSpPr/>
          <p:nvPr/>
        </p:nvSpPr>
        <p:spPr>
          <a:xfrm>
            <a:off x="3655462" y="3397715"/>
            <a:ext cx="8548812" cy="4127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42900" indent="-242900" algn="l">
              <a:lnSpc>
                <a:spcPts val="1626"/>
              </a:lnSpc>
              <a:spcBef>
                <a:spcPts val="1580"/>
              </a:spcBef>
              <a:buSzPct val="100000"/>
              <a:buChar char="•"/>
            </a:pPr>
            <a:r>
              <a:rPr lang="pt-BR" sz="1377" kern="0" spc="28" noProof="0" dirty="0">
                <a:solidFill>
                  <a:srgbClr val="000000">
                    <a:alpha val="80000"/>
                  </a:srgbClr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Lembre-se de deixar um feedback de como foi o encontro. Avise se o sarrafo estiver baixo ou alto demais</a:t>
            </a:r>
            <a:endParaRPr lang="pt-BR" noProof="0" dirty="0"/>
          </a:p>
        </p:txBody>
      </p:sp>
      <p:sp>
        <p:nvSpPr>
          <p:cNvPr id="9" name="Object 8"/>
          <p:cNvSpPr/>
          <p:nvPr/>
        </p:nvSpPr>
        <p:spPr>
          <a:xfrm>
            <a:off x="3655462" y="3939314"/>
            <a:ext cx="8548812" cy="215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700"/>
              </a:lnSpc>
              <a:spcBef>
                <a:spcPts val="995"/>
              </a:spcBef>
              <a:buNone/>
            </a:pPr>
            <a:r>
              <a:rPr lang="pt-BR" sz="1296" kern="0" spc="26" noProof="0" dirty="0">
                <a:solidFill>
                  <a:srgbClr val="000000">
                    <a:alpha val="80000"/>
                  </a:srgbClr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👍</a:t>
            </a:r>
            <a:r>
              <a:rPr lang="pt-BR" sz="1296" b="1" kern="0" spc="26" noProof="0" dirty="0">
                <a:solidFill>
                  <a:srgbClr val="000000">
                    <a:alpha val="80000"/>
                  </a:srgbClr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PRAZOS</a:t>
            </a:r>
            <a:endParaRPr lang="pt-BR" noProof="0" dirty="0"/>
          </a:p>
        </p:txBody>
      </p:sp>
      <p:sp>
        <p:nvSpPr>
          <p:cNvPr id="10" name="Object 9"/>
          <p:cNvSpPr/>
          <p:nvPr/>
        </p:nvSpPr>
        <p:spPr>
          <a:xfrm>
            <a:off x="3655462" y="4359797"/>
            <a:ext cx="8548812" cy="1533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42900" indent="-242900" algn="l">
              <a:lnSpc>
                <a:spcPts val="1626"/>
              </a:lnSpc>
              <a:spcBef>
                <a:spcPts val="1580"/>
              </a:spcBef>
              <a:buSzPct val="100000"/>
              <a:buChar char="•"/>
            </a:pPr>
            <a:r>
              <a:rPr lang="pt-BR" sz="1377" kern="0" spc="28" noProof="0" dirty="0">
                <a:solidFill>
                  <a:srgbClr val="000000">
                    <a:alpha val="80000"/>
                  </a:srgbClr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regra geral é que as atividades devem ser entregues no prazo. Com boas justificativas (e com a concordância do orientador) podemos estender o prazo em algumas circunstâncias</a:t>
            </a:r>
          </a:p>
          <a:p>
            <a:pPr marL="242900" indent="-242900" algn="l">
              <a:lnSpc>
                <a:spcPts val="1626"/>
              </a:lnSpc>
              <a:spcBef>
                <a:spcPts val="1291"/>
              </a:spcBef>
              <a:buSzPct val="100000"/>
              <a:buChar char="•"/>
            </a:pPr>
            <a:r>
              <a:rPr lang="pt-BR" sz="1377" kern="0" spc="28" noProof="0" dirty="0">
                <a:solidFill>
                  <a:srgbClr val="000000">
                    <a:alpha val="80000"/>
                  </a:srgbClr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Trabalhos entregues com atraso (2 dias) terão um desconto de 30% da nota. Após, 50% de desconto.</a:t>
            </a:r>
          </a:p>
          <a:p>
            <a:pPr marL="242900" indent="-242900" algn="l">
              <a:lnSpc>
                <a:spcPts val="1626"/>
              </a:lnSpc>
              <a:spcBef>
                <a:spcPts val="1291"/>
              </a:spcBef>
              <a:buSzPct val="100000"/>
              <a:buChar char="•"/>
            </a:pPr>
            <a:r>
              <a:rPr lang="pt-BR" sz="1377" kern="0" spc="28" noProof="0" dirty="0">
                <a:solidFill>
                  <a:srgbClr val="000000">
                    <a:alpha val="80000"/>
                  </a:srgbClr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Cada um tem uma ficha de atividade ponderada para atrasar 2 dias sem descontos</a:t>
            </a:r>
          </a:p>
          <a:p>
            <a:pPr marL="242900" indent="-242900" algn="l">
              <a:lnSpc>
                <a:spcPts val="1626"/>
              </a:lnSpc>
              <a:spcBef>
                <a:spcPts val="1291"/>
              </a:spcBef>
              <a:buSzPct val="100000"/>
              <a:buChar char="•"/>
            </a:pPr>
            <a:r>
              <a:rPr lang="pt-BR" sz="1377" kern="0" spc="28" noProof="0" dirty="0">
                <a:solidFill>
                  <a:srgbClr val="000000">
                    <a:alpha val="80000"/>
                  </a:srgbClr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Foco</a:t>
            </a:r>
            <a:endParaRPr lang="pt-BR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074C7-B6D9-149E-114A-70E650502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09932CBF-0390-58DF-729B-90794B51D18C}"/>
              </a:ext>
            </a:extLst>
          </p:cNvPr>
          <p:cNvSpPr/>
          <p:nvPr/>
        </p:nvSpPr>
        <p:spPr>
          <a:xfrm>
            <a:off x="0" y="479107"/>
            <a:ext cx="12188952" cy="5415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266"/>
              </a:lnSpc>
              <a:spcBef>
                <a:spcPts val="23"/>
              </a:spcBef>
              <a:buNone/>
            </a:pPr>
            <a:r>
              <a:rPr lang="pt-BR" sz="4688" b="1" kern="0" spc="47" noProof="0" dirty="0">
                <a:solidFill>
                  <a:srgbClr val="392D65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Mapa da jornada de programação</a:t>
            </a:r>
            <a:endParaRPr lang="pt-BR" noProof="0" dirty="0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399F2610-4A56-6353-C6FC-89721F9A2567}"/>
              </a:ext>
            </a:extLst>
          </p:cNvPr>
          <p:cNvSpPr/>
          <p:nvPr/>
        </p:nvSpPr>
        <p:spPr>
          <a:xfrm>
            <a:off x="2471460" y="4253029"/>
            <a:ext cx="317500" cy="3175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612633F9-191C-C655-9052-8BC25F317A59}"/>
              </a:ext>
            </a:extLst>
          </p:cNvPr>
          <p:cNvSpPr/>
          <p:nvPr/>
        </p:nvSpPr>
        <p:spPr>
          <a:xfrm>
            <a:off x="4329893" y="3469862"/>
            <a:ext cx="317500" cy="3175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1BC15E51-945A-C7B3-5519-014C968DBA55}"/>
              </a:ext>
            </a:extLst>
          </p:cNvPr>
          <p:cNvSpPr/>
          <p:nvPr/>
        </p:nvSpPr>
        <p:spPr>
          <a:xfrm>
            <a:off x="4219827" y="4354629"/>
            <a:ext cx="317500" cy="3175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C8BD3997-23B1-6E42-9854-2B47615B8721}"/>
              </a:ext>
            </a:extLst>
          </p:cNvPr>
          <p:cNvSpPr/>
          <p:nvPr/>
        </p:nvSpPr>
        <p:spPr>
          <a:xfrm>
            <a:off x="5078134" y="4445643"/>
            <a:ext cx="317500" cy="3175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27718059-A72C-7750-D88D-1CCED568ABB8}"/>
              </a:ext>
            </a:extLst>
          </p:cNvPr>
          <p:cNvSpPr/>
          <p:nvPr/>
        </p:nvSpPr>
        <p:spPr>
          <a:xfrm>
            <a:off x="7208564" y="4162009"/>
            <a:ext cx="317500" cy="3175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1C4396D2-9FF1-6DDF-8B3F-E61831834625}"/>
              </a:ext>
            </a:extLst>
          </p:cNvPr>
          <p:cNvSpPr/>
          <p:nvPr/>
        </p:nvSpPr>
        <p:spPr>
          <a:xfrm>
            <a:off x="9564414" y="4311234"/>
            <a:ext cx="317500" cy="3175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7196EA80-A476-6621-AFF4-FD8A30456262}"/>
              </a:ext>
            </a:extLst>
          </p:cNvPr>
          <p:cNvSpPr/>
          <p:nvPr/>
        </p:nvSpPr>
        <p:spPr>
          <a:xfrm>
            <a:off x="7735614" y="6032084"/>
            <a:ext cx="317500" cy="3175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38" name="Imagem 37">
            <a:extLst>
              <a:ext uri="{FF2B5EF4-FFF2-40B4-BE49-F238E27FC236}">
                <a16:creationId xmlns:a16="http://schemas.microsoft.com/office/drawing/2014/main" id="{1AD51A00-4D74-2ACE-1083-AFC97B433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359" y="1831420"/>
            <a:ext cx="10635480" cy="4412419"/>
          </a:xfrm>
          <a:prstGeom prst="rect">
            <a:avLst/>
          </a:prstGeom>
        </p:spPr>
      </p:pic>
      <p:pic>
        <p:nvPicPr>
          <p:cNvPr id="40" name="Imagem 39" descr="Ícone&#10;&#10;O conteúdo gerado por IA pode estar incorreto.">
            <a:extLst>
              <a:ext uri="{FF2B5EF4-FFF2-40B4-BE49-F238E27FC236}">
                <a16:creationId xmlns:a16="http://schemas.microsoft.com/office/drawing/2014/main" id="{48BDFFEA-ED22-A78E-FC69-48122022DE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782654">
            <a:off x="4719204" y="3531511"/>
            <a:ext cx="511701" cy="511701"/>
          </a:xfrm>
          <a:prstGeom prst="rect">
            <a:avLst/>
          </a:prstGeom>
        </p:spPr>
      </p:pic>
      <p:pic>
        <p:nvPicPr>
          <p:cNvPr id="41" name="Imagem 40" descr="Ícone&#10;&#10;O conteúdo gerado por IA pode estar incorreto.">
            <a:extLst>
              <a:ext uri="{FF2B5EF4-FFF2-40B4-BE49-F238E27FC236}">
                <a16:creationId xmlns:a16="http://schemas.microsoft.com/office/drawing/2014/main" id="{A002AC2D-581D-1F3F-F7FB-C61A0EB20F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8513" y="1865899"/>
            <a:ext cx="511701" cy="511701"/>
          </a:xfrm>
          <a:prstGeom prst="rect">
            <a:avLst/>
          </a:prstGeom>
        </p:spPr>
      </p:pic>
      <p:pic>
        <p:nvPicPr>
          <p:cNvPr id="42" name="Imagem 41" descr="Ícone&#10;&#10;O conteúdo gerado por IA pode estar incorreto.">
            <a:extLst>
              <a:ext uri="{FF2B5EF4-FFF2-40B4-BE49-F238E27FC236}">
                <a16:creationId xmlns:a16="http://schemas.microsoft.com/office/drawing/2014/main" id="{E62FAC32-2FF9-DE41-0FE4-9E788C9E0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225067">
            <a:off x="7894363" y="5496713"/>
            <a:ext cx="511701" cy="511701"/>
          </a:xfrm>
          <a:prstGeom prst="rect">
            <a:avLst/>
          </a:prstGeom>
        </p:spPr>
      </p:pic>
      <p:sp>
        <p:nvSpPr>
          <p:cNvPr id="44" name="Triângulo isósceles 43">
            <a:extLst>
              <a:ext uri="{FF2B5EF4-FFF2-40B4-BE49-F238E27FC236}">
                <a16:creationId xmlns:a16="http://schemas.microsoft.com/office/drawing/2014/main" id="{5D6262CD-1B71-785F-A8CA-AEC802AC273E}"/>
              </a:ext>
            </a:extLst>
          </p:cNvPr>
          <p:cNvSpPr/>
          <p:nvPr/>
        </p:nvSpPr>
        <p:spPr>
          <a:xfrm rot="11133085">
            <a:off x="3663349" y="3700495"/>
            <a:ext cx="272078" cy="288700"/>
          </a:xfrm>
          <a:prstGeom prst="triangle">
            <a:avLst/>
          </a:prstGeom>
          <a:solidFill>
            <a:schemeClr val="bg1"/>
          </a:solidFill>
          <a:ln w="539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45" name="Imagem 44" descr="Ícone&#10;&#10;O conteúdo gerado por IA pode estar incorreto.">
            <a:extLst>
              <a:ext uri="{FF2B5EF4-FFF2-40B4-BE49-F238E27FC236}">
                <a16:creationId xmlns:a16="http://schemas.microsoft.com/office/drawing/2014/main" id="{E685E9B8-4273-B86D-ABFF-56EC83820C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3522649" y="4001678"/>
            <a:ext cx="511701" cy="511701"/>
          </a:xfrm>
          <a:prstGeom prst="rect">
            <a:avLst/>
          </a:prstGeom>
        </p:spPr>
      </p:pic>
      <p:sp>
        <p:nvSpPr>
          <p:cNvPr id="46" name="Elipse 45">
            <a:extLst>
              <a:ext uri="{FF2B5EF4-FFF2-40B4-BE49-F238E27FC236}">
                <a16:creationId xmlns:a16="http://schemas.microsoft.com/office/drawing/2014/main" id="{BB466897-7608-A3B6-EE78-09E3853807A4}"/>
              </a:ext>
            </a:extLst>
          </p:cNvPr>
          <p:cNvSpPr/>
          <p:nvPr/>
        </p:nvSpPr>
        <p:spPr>
          <a:xfrm>
            <a:off x="10100725" y="3444814"/>
            <a:ext cx="717195" cy="71719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47" name="Picture 2" descr="Indian Traditional Dress Clipart Transparent Background, Indian Traditional Red  Kite, India, Red, Tradition PNG Image For Free Download">
            <a:extLst>
              <a:ext uri="{FF2B5EF4-FFF2-40B4-BE49-F238E27FC236}">
                <a16:creationId xmlns:a16="http://schemas.microsoft.com/office/drawing/2014/main" id="{6E28F514-2887-977E-EAD8-3A0B8127B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93054">
            <a:off x="9465086" y="3031321"/>
            <a:ext cx="1309897" cy="1309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Triângulo isósceles 47">
            <a:extLst>
              <a:ext uri="{FF2B5EF4-FFF2-40B4-BE49-F238E27FC236}">
                <a16:creationId xmlns:a16="http://schemas.microsoft.com/office/drawing/2014/main" id="{94992D0C-818B-169D-5FC3-69F3AB7443D5}"/>
              </a:ext>
            </a:extLst>
          </p:cNvPr>
          <p:cNvSpPr/>
          <p:nvPr/>
        </p:nvSpPr>
        <p:spPr>
          <a:xfrm rot="11133085">
            <a:off x="7694329" y="3421619"/>
            <a:ext cx="272078" cy="288700"/>
          </a:xfrm>
          <a:prstGeom prst="triangle">
            <a:avLst/>
          </a:prstGeom>
          <a:solidFill>
            <a:schemeClr val="bg1"/>
          </a:solidFill>
          <a:ln w="539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14490905-D390-43E6-C55B-1AC9AACA4B45}"/>
              </a:ext>
            </a:extLst>
          </p:cNvPr>
          <p:cNvSpPr txBox="1"/>
          <p:nvPr/>
        </p:nvSpPr>
        <p:spPr>
          <a:xfrm>
            <a:off x="2961895" y="1650763"/>
            <a:ext cx="1813031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pt-BR" b="1" noProof="0" dirty="0">
                <a:solidFill>
                  <a:srgbClr val="392D6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E2-Geração de Dados Sintéticos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6D66FB0C-043B-345D-C116-032A23313B46}"/>
              </a:ext>
            </a:extLst>
          </p:cNvPr>
          <p:cNvSpPr txBox="1"/>
          <p:nvPr/>
        </p:nvSpPr>
        <p:spPr>
          <a:xfrm>
            <a:off x="2719262" y="4626986"/>
            <a:ext cx="2118474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b="1" noProof="0" dirty="0">
                <a:solidFill>
                  <a:srgbClr val="392D6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E3-Avaliação</a:t>
            </a:r>
            <a:br>
              <a:rPr lang="pt-BR" b="1" noProof="0" dirty="0">
                <a:solidFill>
                  <a:srgbClr val="392D6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pt-BR" b="1" noProof="0" dirty="0">
                <a:solidFill>
                  <a:srgbClr val="392D6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de Dados </a:t>
            </a:r>
            <a:br>
              <a:rPr lang="pt-BR" b="1" noProof="0" dirty="0">
                <a:solidFill>
                  <a:srgbClr val="392D6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pt-BR" b="1" noProof="0" dirty="0">
                <a:solidFill>
                  <a:srgbClr val="392D6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Sintéticos</a:t>
            </a:r>
          </a:p>
        </p:txBody>
      </p:sp>
      <p:pic>
        <p:nvPicPr>
          <p:cNvPr id="49" name="Imagem 48" descr="Ícone&#10;&#10;O conteúdo gerado por IA pode estar incorreto.">
            <a:extLst>
              <a:ext uri="{FF2B5EF4-FFF2-40B4-BE49-F238E27FC236}">
                <a16:creationId xmlns:a16="http://schemas.microsoft.com/office/drawing/2014/main" id="{601B665B-E597-1DF5-80B2-45532BFE76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0022" y="2204761"/>
            <a:ext cx="511701" cy="511701"/>
          </a:xfrm>
          <a:prstGeom prst="rect">
            <a:avLst/>
          </a:prstGeom>
        </p:spPr>
      </p:pic>
      <p:sp>
        <p:nvSpPr>
          <p:cNvPr id="50" name="CaixaDeTexto 49">
            <a:extLst>
              <a:ext uri="{FF2B5EF4-FFF2-40B4-BE49-F238E27FC236}">
                <a16:creationId xmlns:a16="http://schemas.microsoft.com/office/drawing/2014/main" id="{497DC51C-320B-983C-2936-ED7E05E2C8BA}"/>
              </a:ext>
            </a:extLst>
          </p:cNvPr>
          <p:cNvSpPr txBox="1"/>
          <p:nvPr/>
        </p:nvSpPr>
        <p:spPr>
          <a:xfrm>
            <a:off x="4697640" y="3223874"/>
            <a:ext cx="158680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b="1" noProof="0" dirty="0">
                <a:solidFill>
                  <a:srgbClr val="392D6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E4, E5 Markov</a:t>
            </a:r>
          </a:p>
        </p:txBody>
      </p:sp>
      <p:pic>
        <p:nvPicPr>
          <p:cNvPr id="51" name="Imagem 50" descr="Ícone&#10;&#10;O conteúdo gerado por IA pode estar incorreto.">
            <a:extLst>
              <a:ext uri="{FF2B5EF4-FFF2-40B4-BE49-F238E27FC236}">
                <a16:creationId xmlns:a16="http://schemas.microsoft.com/office/drawing/2014/main" id="{C5802FB8-0DC1-CBD9-2747-6D8998DC27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5607" y="3221127"/>
            <a:ext cx="511701" cy="511701"/>
          </a:xfrm>
          <a:prstGeom prst="rect">
            <a:avLst/>
          </a:prstGeom>
        </p:spPr>
      </p:pic>
      <p:sp>
        <p:nvSpPr>
          <p:cNvPr id="52" name="CaixaDeTexto 51">
            <a:extLst>
              <a:ext uri="{FF2B5EF4-FFF2-40B4-BE49-F238E27FC236}">
                <a16:creationId xmlns:a16="http://schemas.microsoft.com/office/drawing/2014/main" id="{1876CAFA-3801-D481-745F-C0B436D51786}"/>
              </a:ext>
            </a:extLst>
          </p:cNvPr>
          <p:cNvSpPr txBox="1"/>
          <p:nvPr/>
        </p:nvSpPr>
        <p:spPr>
          <a:xfrm>
            <a:off x="8215199" y="1944937"/>
            <a:ext cx="151111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b="1" noProof="0" dirty="0">
                <a:solidFill>
                  <a:srgbClr val="392D6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E6-Testes A/B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47722920-BC81-0564-6D18-B13B6DFDF1AD}"/>
              </a:ext>
            </a:extLst>
          </p:cNvPr>
          <p:cNvSpPr txBox="1"/>
          <p:nvPr/>
        </p:nvSpPr>
        <p:spPr>
          <a:xfrm>
            <a:off x="7401222" y="3873653"/>
            <a:ext cx="1511113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b="1" noProof="0" dirty="0">
                <a:solidFill>
                  <a:srgbClr val="392D6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E7,E8-MonteCarlo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90D23856-68F2-0DCE-C16E-9F217B7BBED2}"/>
              </a:ext>
            </a:extLst>
          </p:cNvPr>
          <p:cNvSpPr txBox="1"/>
          <p:nvPr/>
        </p:nvSpPr>
        <p:spPr>
          <a:xfrm>
            <a:off x="6319255" y="5525369"/>
            <a:ext cx="1511113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pt-BR" b="1" noProof="0" dirty="0">
                <a:solidFill>
                  <a:srgbClr val="392D6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E9-Análise de Sensibilidade</a:t>
            </a:r>
          </a:p>
        </p:txBody>
      </p:sp>
      <p:pic>
        <p:nvPicPr>
          <p:cNvPr id="57" name="Imagem 56" descr="Ícone&#10;&#10;O conteúdo gerado por IA pode estar incorreto.">
            <a:extLst>
              <a:ext uri="{FF2B5EF4-FFF2-40B4-BE49-F238E27FC236}">
                <a16:creationId xmlns:a16="http://schemas.microsoft.com/office/drawing/2014/main" id="{EC590C4F-CE81-27BE-A699-2CD9E34A7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179658">
            <a:off x="9265179" y="4577572"/>
            <a:ext cx="511701" cy="511701"/>
          </a:xfrm>
          <a:prstGeom prst="rect">
            <a:avLst/>
          </a:prstGeom>
        </p:spPr>
      </p:pic>
      <p:sp>
        <p:nvSpPr>
          <p:cNvPr id="58" name="CaixaDeTexto 57">
            <a:extLst>
              <a:ext uri="{FF2B5EF4-FFF2-40B4-BE49-F238E27FC236}">
                <a16:creationId xmlns:a16="http://schemas.microsoft.com/office/drawing/2014/main" id="{EC63B3A4-00AE-282E-2B12-C73F9A7B454A}"/>
              </a:ext>
            </a:extLst>
          </p:cNvPr>
          <p:cNvSpPr txBox="1"/>
          <p:nvPr/>
        </p:nvSpPr>
        <p:spPr>
          <a:xfrm>
            <a:off x="9824506" y="4822075"/>
            <a:ext cx="162877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b="1" noProof="0" dirty="0">
                <a:solidFill>
                  <a:srgbClr val="392D6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E10-Tendências</a:t>
            </a:r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4FFDC033-E6AF-2133-D248-615963273491}"/>
              </a:ext>
            </a:extLst>
          </p:cNvPr>
          <p:cNvSpPr/>
          <p:nvPr/>
        </p:nvSpPr>
        <p:spPr>
          <a:xfrm>
            <a:off x="6800277" y="3161442"/>
            <a:ext cx="2124764" cy="1283937"/>
          </a:xfrm>
          <a:prstGeom prst="rect">
            <a:avLst/>
          </a:prstGeom>
          <a:noFill/>
          <a:ln w="793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39" name="Imagem 38" descr="Ícone&#10;&#10;O conteúdo gerado por IA pode estar incorreto.">
            <a:extLst>
              <a:ext uri="{FF2B5EF4-FFF2-40B4-BE49-F238E27FC236}">
                <a16:creationId xmlns:a16="http://schemas.microsoft.com/office/drawing/2014/main" id="{AF14839E-FD99-4A8E-84F4-B35596A264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277" y="3214011"/>
            <a:ext cx="511701" cy="511701"/>
          </a:xfrm>
          <a:prstGeom prst="rect">
            <a:avLst/>
          </a:prstGeom>
        </p:spPr>
      </p:pic>
      <p:sp>
        <p:nvSpPr>
          <p:cNvPr id="55" name="CaixaDeTexto 54">
            <a:extLst>
              <a:ext uri="{FF2B5EF4-FFF2-40B4-BE49-F238E27FC236}">
                <a16:creationId xmlns:a16="http://schemas.microsoft.com/office/drawing/2014/main" id="{5D104188-F8AF-EC96-2274-3150D3832F18}"/>
              </a:ext>
            </a:extLst>
          </p:cNvPr>
          <p:cNvSpPr txBox="1"/>
          <p:nvPr/>
        </p:nvSpPr>
        <p:spPr>
          <a:xfrm>
            <a:off x="847041" y="2878872"/>
            <a:ext cx="137017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b="1" noProof="0" dirty="0">
                <a:solidFill>
                  <a:srgbClr val="392D6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E1-Roadmap</a:t>
            </a:r>
          </a:p>
        </p:txBody>
      </p:sp>
    </p:spTree>
    <p:extLst>
      <p:ext uri="{BB962C8B-B14F-4D97-AF65-F5344CB8AC3E}">
        <p14:creationId xmlns:p14="http://schemas.microsoft.com/office/powerpoint/2010/main" val="1565293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2D6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2A2EDC-3147-ABEE-DFFC-E464B5F63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995C3591-6D6B-85B1-1E61-BF55EC8120A4}"/>
              </a:ext>
            </a:extLst>
          </p:cNvPr>
          <p:cNvSpPr/>
          <p:nvPr/>
        </p:nvSpPr>
        <p:spPr>
          <a:xfrm>
            <a:off x="520995" y="2124546"/>
            <a:ext cx="9473609" cy="2608909"/>
          </a:xfrm>
          <a:prstGeom prst="rect">
            <a:avLst/>
          </a:prstGeom>
          <a:solidFill>
            <a:srgbClr val="392D64"/>
          </a:solidFill>
          <a:ln>
            <a:solidFill>
              <a:srgbClr val="392D64"/>
            </a:solidFill>
          </a:ln>
        </p:spPr>
        <p:txBody>
          <a:bodyPr wrap="square" lIns="0" tIns="0" rIns="0" bIns="0" rtlCol="0" anchor="t"/>
          <a:lstStyle/>
          <a:p>
            <a:pPr>
              <a:lnSpc>
                <a:spcPts val="7000"/>
              </a:lnSpc>
              <a:buSzPct val="100000"/>
            </a:pPr>
            <a:r>
              <a:rPr lang="pt-BR" sz="5400" b="1" kern="0" spc="49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Bebas Neue" panose="020B0606020202050201" pitchFamily="34" charset="77"/>
                <a:ea typeface="Source Sans Pro" panose="020B0503030403020204" pitchFamily="34" charset="0"/>
                <a:cs typeface="Times New Roman" panose="02020603050405020304" pitchFamily="18" charset="0"/>
              </a:rPr>
              <a:t>Se você não soubesse as probabilidades teóricas </a:t>
            </a:r>
            <a:r>
              <a:rPr lang="pt-BR" sz="5400" kern="0" spc="49" noProof="0" dirty="0">
                <a:ln w="0">
                  <a:noFill/>
                </a:ln>
                <a:solidFill>
                  <a:schemeClr val="bg1">
                    <a:alpha val="50000"/>
                  </a:schemeClr>
                </a:solidFill>
                <a:latin typeface="Bebas Neue" panose="020B0606020202050201" pitchFamily="34" charset="77"/>
                <a:ea typeface="Source Sans Pro" panose="020B0503030403020204" pitchFamily="34" charset="0"/>
                <a:cs typeface="Times New Roman" panose="02020603050405020304" pitchFamily="18" charset="0"/>
              </a:rPr>
              <a:t>como faria para saber as probabilidades de cada face do dado</a:t>
            </a:r>
            <a:r>
              <a:rPr lang="pt-BR" sz="5400" kern="0" spc="49" dirty="0">
                <a:ln w="0">
                  <a:noFill/>
                </a:ln>
                <a:solidFill>
                  <a:schemeClr val="bg1">
                    <a:alpha val="50000"/>
                  </a:schemeClr>
                </a:solidFill>
                <a:latin typeface="Bebas Neue" panose="020B0606020202050201" pitchFamily="34" charset="77"/>
                <a:ea typeface="Source Sans Pro" panose="020B0503030403020204" pitchFamily="34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50431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B6CE9-3E98-CE90-CC5A-3CEE54D5B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20+ Woman Throwing Dice Stock Illustrations, Royalty-Free Vector Graphics &amp;  Clip Art - iStock">
            <a:extLst>
              <a:ext uri="{FF2B5EF4-FFF2-40B4-BE49-F238E27FC236}">
                <a16:creationId xmlns:a16="http://schemas.microsoft.com/office/drawing/2014/main" id="{24C48DD3-198F-06B4-5144-48818E1FE0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58" r="11546" b="26522"/>
          <a:stretch/>
        </p:blipFill>
        <p:spPr bwMode="auto">
          <a:xfrm>
            <a:off x="7624588" y="0"/>
            <a:ext cx="3835400" cy="4283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0" name="Agrupar 1029">
            <a:extLst>
              <a:ext uri="{FF2B5EF4-FFF2-40B4-BE49-F238E27FC236}">
                <a16:creationId xmlns:a16="http://schemas.microsoft.com/office/drawing/2014/main" id="{866A0038-F217-9925-BF72-33A037FADBB9}"/>
              </a:ext>
            </a:extLst>
          </p:cNvPr>
          <p:cNvGrpSpPr/>
          <p:nvPr/>
        </p:nvGrpSpPr>
        <p:grpSpPr>
          <a:xfrm>
            <a:off x="732012" y="1225847"/>
            <a:ext cx="6160564" cy="4406307"/>
            <a:chOff x="732012" y="1357134"/>
            <a:chExt cx="6160564" cy="4406307"/>
          </a:xfrm>
        </p:grpSpPr>
        <p:grpSp>
          <p:nvGrpSpPr>
            <p:cNvPr id="1028" name="Agrupar 1027">
              <a:extLst>
                <a:ext uri="{FF2B5EF4-FFF2-40B4-BE49-F238E27FC236}">
                  <a16:creationId xmlns:a16="http://schemas.microsoft.com/office/drawing/2014/main" id="{83348025-ADBA-4B74-F6C7-73EEC732A612}"/>
                </a:ext>
              </a:extLst>
            </p:cNvPr>
            <p:cNvGrpSpPr/>
            <p:nvPr/>
          </p:nvGrpSpPr>
          <p:grpSpPr>
            <a:xfrm>
              <a:off x="732012" y="1365292"/>
              <a:ext cx="2593161" cy="4398148"/>
              <a:chOff x="496549" y="1953929"/>
              <a:chExt cx="2593161" cy="4398148"/>
            </a:xfrm>
          </p:grpSpPr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D40F92A8-583B-1F4E-2A84-42D05EF9ADC9}"/>
                  </a:ext>
                </a:extLst>
              </p:cNvPr>
              <p:cNvSpPr/>
              <p:nvPr/>
            </p:nvSpPr>
            <p:spPr>
              <a:xfrm>
                <a:off x="1793130" y="1953929"/>
                <a:ext cx="1296580" cy="828932"/>
              </a:xfrm>
              <a:prstGeom prst="rect">
                <a:avLst/>
              </a:prstGeom>
              <a:solidFill>
                <a:srgbClr val="392D64">
                  <a:alpha val="75000"/>
                </a:srgbClr>
              </a:solidFill>
              <a:ln w="12700">
                <a:solidFill>
                  <a:srgbClr val="392D6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pt-BR" b="1" noProof="0" dirty="0">
                    <a:latin typeface="Roboto" panose="02000000000000000000" pitchFamily="2" charset="0"/>
                    <a:ea typeface="Roboto" panose="02000000000000000000" pitchFamily="2" charset="0"/>
                  </a:rPr>
                  <a:t>Face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EC3D75A2-0A07-9792-D551-33C7BD5EFA73}"/>
                  </a:ext>
                </a:extLst>
              </p:cNvPr>
              <p:cNvSpPr/>
              <p:nvPr/>
            </p:nvSpPr>
            <p:spPr>
              <a:xfrm>
                <a:off x="1793130" y="3386680"/>
                <a:ext cx="1296580" cy="60382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392D6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pt-BR" noProof="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2</a:t>
                </a:r>
              </a:p>
            </p:txBody>
          </p:sp>
          <p:sp>
            <p:nvSpPr>
              <p:cNvPr id="16" name="Retângulo 15">
                <a:extLst>
                  <a:ext uri="{FF2B5EF4-FFF2-40B4-BE49-F238E27FC236}">
                    <a16:creationId xmlns:a16="http://schemas.microsoft.com/office/drawing/2014/main" id="{2DFBD61D-2EBC-D0DF-4F6C-2388BF9014B7}"/>
                  </a:ext>
                </a:extLst>
              </p:cNvPr>
              <p:cNvSpPr/>
              <p:nvPr/>
            </p:nvSpPr>
            <p:spPr>
              <a:xfrm>
                <a:off x="1793130" y="3990501"/>
                <a:ext cx="1296580" cy="60382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392D6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pt-BR" noProof="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4</a:t>
                </a:r>
              </a:p>
            </p:txBody>
          </p:sp>
          <p:sp>
            <p:nvSpPr>
              <p:cNvPr id="22" name="Retângulo 21">
                <a:extLst>
                  <a:ext uri="{FF2B5EF4-FFF2-40B4-BE49-F238E27FC236}">
                    <a16:creationId xmlns:a16="http://schemas.microsoft.com/office/drawing/2014/main" id="{FADF7779-02FE-D4D6-C136-7CE74386C3DD}"/>
                  </a:ext>
                </a:extLst>
              </p:cNvPr>
              <p:cNvSpPr/>
              <p:nvPr/>
            </p:nvSpPr>
            <p:spPr>
              <a:xfrm>
                <a:off x="1793130" y="2782860"/>
                <a:ext cx="1296580" cy="60382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392D6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pt-BR" noProof="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6</a:t>
                </a:r>
              </a:p>
            </p:txBody>
          </p:sp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EC380566-96E1-1416-E0FC-9BB6375E4210}"/>
                  </a:ext>
                </a:extLst>
              </p:cNvPr>
              <p:cNvSpPr/>
              <p:nvPr/>
            </p:nvSpPr>
            <p:spPr>
              <a:xfrm>
                <a:off x="496549" y="1953929"/>
                <a:ext cx="1296584" cy="828932"/>
              </a:xfrm>
              <a:prstGeom prst="rect">
                <a:avLst/>
              </a:prstGeom>
              <a:solidFill>
                <a:srgbClr val="392D64">
                  <a:alpha val="75000"/>
                </a:srgbClr>
              </a:solidFill>
              <a:ln w="12700">
                <a:solidFill>
                  <a:srgbClr val="392D6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pt-BR" b="1" noProof="0" dirty="0">
                    <a:latin typeface="Roboto" panose="02000000000000000000" pitchFamily="2" charset="0"/>
                    <a:ea typeface="Roboto" panose="02000000000000000000" pitchFamily="2" charset="0"/>
                  </a:rPr>
                  <a:t># </a:t>
                </a:r>
                <a:r>
                  <a:rPr lang="pt-BR" b="1" noProof="0" dirty="0" err="1">
                    <a:latin typeface="Roboto" panose="02000000000000000000" pitchFamily="2" charset="0"/>
                    <a:ea typeface="Roboto" panose="02000000000000000000" pitchFamily="2" charset="0"/>
                  </a:rPr>
                  <a:t>lança-mento</a:t>
                </a:r>
                <a:endParaRPr lang="pt-BR" b="1" noProof="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0F5C997-B7AD-3CEF-5052-AF7E71EE9ECA}"/>
                  </a:ext>
                </a:extLst>
              </p:cNvPr>
              <p:cNvSpPr/>
              <p:nvPr/>
            </p:nvSpPr>
            <p:spPr>
              <a:xfrm>
                <a:off x="496549" y="2782860"/>
                <a:ext cx="1296584" cy="60382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392D6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pt-BR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1</a:t>
                </a:r>
              </a:p>
            </p:txBody>
          </p:sp>
          <p:sp>
            <p:nvSpPr>
              <p:cNvPr id="31" name="Retângulo 30">
                <a:extLst>
                  <a:ext uri="{FF2B5EF4-FFF2-40B4-BE49-F238E27FC236}">
                    <a16:creationId xmlns:a16="http://schemas.microsoft.com/office/drawing/2014/main" id="{070F2D30-1302-A9B2-83BA-C416630FBE46}"/>
                  </a:ext>
                </a:extLst>
              </p:cNvPr>
              <p:cNvSpPr/>
              <p:nvPr/>
            </p:nvSpPr>
            <p:spPr>
              <a:xfrm>
                <a:off x="496549" y="3386680"/>
                <a:ext cx="1296584" cy="60382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392D6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pt-BR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2</a:t>
                </a:r>
              </a:p>
            </p:txBody>
          </p:sp>
          <p:sp>
            <p:nvSpPr>
              <p:cNvPr id="32" name="Retângulo 31">
                <a:extLst>
                  <a:ext uri="{FF2B5EF4-FFF2-40B4-BE49-F238E27FC236}">
                    <a16:creationId xmlns:a16="http://schemas.microsoft.com/office/drawing/2014/main" id="{CE55D3D6-2102-6CF3-98F9-F01937439140}"/>
                  </a:ext>
                </a:extLst>
              </p:cNvPr>
              <p:cNvSpPr/>
              <p:nvPr/>
            </p:nvSpPr>
            <p:spPr>
              <a:xfrm>
                <a:off x="496549" y="3990501"/>
                <a:ext cx="1296584" cy="60382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392D6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pt-BR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3</a:t>
                </a:r>
              </a:p>
            </p:txBody>
          </p:sp>
          <p:grpSp>
            <p:nvGrpSpPr>
              <p:cNvPr id="1027" name="Agrupar 1026">
                <a:extLst>
                  <a:ext uri="{FF2B5EF4-FFF2-40B4-BE49-F238E27FC236}">
                    <a16:creationId xmlns:a16="http://schemas.microsoft.com/office/drawing/2014/main" id="{B25FA502-D077-3A23-6FA2-65048A154279}"/>
                  </a:ext>
                </a:extLst>
              </p:cNvPr>
              <p:cNvGrpSpPr/>
              <p:nvPr/>
            </p:nvGrpSpPr>
            <p:grpSpPr>
              <a:xfrm>
                <a:off x="496549" y="5748256"/>
                <a:ext cx="2593161" cy="603821"/>
                <a:chOff x="496549" y="5394813"/>
                <a:chExt cx="2593161" cy="603821"/>
              </a:xfrm>
            </p:grpSpPr>
            <p:sp>
              <p:nvSpPr>
                <p:cNvPr id="19" name="Retângulo 18">
                  <a:extLst>
                    <a:ext uri="{FF2B5EF4-FFF2-40B4-BE49-F238E27FC236}">
                      <a16:creationId xmlns:a16="http://schemas.microsoft.com/office/drawing/2014/main" id="{52BB6444-594B-1908-9DCF-473B56D824BB}"/>
                    </a:ext>
                  </a:extLst>
                </p:cNvPr>
                <p:cNvSpPr/>
                <p:nvPr/>
              </p:nvSpPr>
              <p:spPr>
                <a:xfrm>
                  <a:off x="1793130" y="5394813"/>
                  <a:ext cx="1296580" cy="60382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392D6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pt-BR" noProof="0" dirty="0">
                      <a:solidFill>
                        <a:schemeClr val="tx1"/>
                      </a:solidFill>
                      <a:latin typeface="Roboto" panose="02000000000000000000" pitchFamily="2" charset="0"/>
                      <a:ea typeface="Roboto" panose="02000000000000000000" pitchFamily="2" charset="0"/>
                    </a:rPr>
                    <a:t>5</a:t>
                  </a:r>
                </a:p>
              </p:txBody>
            </p:sp>
            <p:sp>
              <p:nvSpPr>
                <p:cNvPr id="34" name="Retângulo 33">
                  <a:extLst>
                    <a:ext uri="{FF2B5EF4-FFF2-40B4-BE49-F238E27FC236}">
                      <a16:creationId xmlns:a16="http://schemas.microsoft.com/office/drawing/2014/main" id="{CD0A4E71-0DF2-C705-40C9-41B03387C360}"/>
                    </a:ext>
                  </a:extLst>
                </p:cNvPr>
                <p:cNvSpPr/>
                <p:nvPr/>
              </p:nvSpPr>
              <p:spPr>
                <a:xfrm>
                  <a:off x="496549" y="5394813"/>
                  <a:ext cx="1296584" cy="60382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392D6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pt-BR" noProof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</a:rPr>
                    <a:t>n</a:t>
                  </a:r>
                </a:p>
              </p:txBody>
            </p:sp>
          </p:grpSp>
          <p:cxnSp>
            <p:nvCxnSpPr>
              <p:cNvPr id="38" name="Conector reto 37">
                <a:extLst>
                  <a:ext uri="{FF2B5EF4-FFF2-40B4-BE49-F238E27FC236}">
                    <a16:creationId xmlns:a16="http://schemas.microsoft.com/office/drawing/2014/main" id="{11A4C5E6-9390-3EA9-4B85-4E21627FBF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93130" y="4991054"/>
                <a:ext cx="0" cy="360470"/>
              </a:xfrm>
              <a:prstGeom prst="line">
                <a:avLst/>
              </a:prstGeom>
              <a:ln w="76200" cap="rnd">
                <a:solidFill>
                  <a:srgbClr val="392D65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9" name="Agrupar 1028">
              <a:extLst>
                <a:ext uri="{FF2B5EF4-FFF2-40B4-BE49-F238E27FC236}">
                  <a16:creationId xmlns:a16="http://schemas.microsoft.com/office/drawing/2014/main" id="{742D7406-658D-7420-0905-0EAE953343AD}"/>
                </a:ext>
              </a:extLst>
            </p:cNvPr>
            <p:cNvGrpSpPr/>
            <p:nvPr/>
          </p:nvGrpSpPr>
          <p:grpSpPr>
            <a:xfrm>
              <a:off x="4057185" y="1357134"/>
              <a:ext cx="2835391" cy="4406307"/>
              <a:chOff x="3844537" y="1945771"/>
              <a:chExt cx="2835391" cy="4406307"/>
            </a:xfrm>
          </p:grpSpPr>
          <p:sp>
            <p:nvSpPr>
              <p:cNvPr id="47" name="Retângulo 46">
                <a:extLst>
                  <a:ext uri="{FF2B5EF4-FFF2-40B4-BE49-F238E27FC236}">
                    <a16:creationId xmlns:a16="http://schemas.microsoft.com/office/drawing/2014/main" id="{F2140E46-8C31-F91E-E1DC-6906FA84B328}"/>
                  </a:ext>
                </a:extLst>
              </p:cNvPr>
              <p:cNvSpPr/>
              <p:nvPr/>
            </p:nvSpPr>
            <p:spPr>
              <a:xfrm>
                <a:off x="5141117" y="1945771"/>
                <a:ext cx="1538811" cy="828932"/>
              </a:xfrm>
              <a:prstGeom prst="rect">
                <a:avLst/>
              </a:prstGeom>
              <a:solidFill>
                <a:srgbClr val="392D64">
                  <a:alpha val="75000"/>
                </a:srgbClr>
              </a:solidFill>
              <a:ln w="12700">
                <a:solidFill>
                  <a:srgbClr val="392D6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pt-BR" b="1" noProof="0" dirty="0">
                    <a:latin typeface="Roboto" panose="02000000000000000000" pitchFamily="2" charset="0"/>
                    <a:ea typeface="Roboto" panose="02000000000000000000" pitchFamily="2" charset="0"/>
                  </a:rPr>
                  <a:t>Contagem</a:t>
                </a:r>
              </a:p>
            </p:txBody>
          </p:sp>
          <p:sp>
            <p:nvSpPr>
              <p:cNvPr id="48" name="Retângulo 47">
                <a:extLst>
                  <a:ext uri="{FF2B5EF4-FFF2-40B4-BE49-F238E27FC236}">
                    <a16:creationId xmlns:a16="http://schemas.microsoft.com/office/drawing/2014/main" id="{EE8E525D-60A6-0791-F913-257CC9AC46B7}"/>
                  </a:ext>
                </a:extLst>
              </p:cNvPr>
              <p:cNvSpPr/>
              <p:nvPr/>
            </p:nvSpPr>
            <p:spPr>
              <a:xfrm>
                <a:off x="5141117" y="3378522"/>
                <a:ext cx="1538811" cy="60382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392D6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pt-BR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190</a:t>
                </a:r>
              </a:p>
            </p:txBody>
          </p:sp>
          <p:sp>
            <p:nvSpPr>
              <p:cNvPr id="49" name="Retângulo 48">
                <a:extLst>
                  <a:ext uri="{FF2B5EF4-FFF2-40B4-BE49-F238E27FC236}">
                    <a16:creationId xmlns:a16="http://schemas.microsoft.com/office/drawing/2014/main" id="{D54F9DA5-0348-4231-9F54-58841BD711EB}"/>
                  </a:ext>
                </a:extLst>
              </p:cNvPr>
              <p:cNvSpPr/>
              <p:nvPr/>
            </p:nvSpPr>
            <p:spPr>
              <a:xfrm>
                <a:off x="5141117" y="3982343"/>
                <a:ext cx="1538811" cy="60382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392D6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pt-BR" noProof="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201</a:t>
                </a:r>
              </a:p>
            </p:txBody>
          </p:sp>
          <p:sp>
            <p:nvSpPr>
              <p:cNvPr id="51" name="Retângulo 50">
                <a:extLst>
                  <a:ext uri="{FF2B5EF4-FFF2-40B4-BE49-F238E27FC236}">
                    <a16:creationId xmlns:a16="http://schemas.microsoft.com/office/drawing/2014/main" id="{04C8B268-9D2C-71EB-1A3F-880C33ACB2D7}"/>
                  </a:ext>
                </a:extLst>
              </p:cNvPr>
              <p:cNvSpPr/>
              <p:nvPr/>
            </p:nvSpPr>
            <p:spPr>
              <a:xfrm>
                <a:off x="5141117" y="2774702"/>
                <a:ext cx="1538811" cy="60382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392D6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pt-BR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200</a:t>
                </a:r>
              </a:p>
            </p:txBody>
          </p:sp>
          <p:sp>
            <p:nvSpPr>
              <p:cNvPr id="52" name="Retângulo 51">
                <a:extLst>
                  <a:ext uri="{FF2B5EF4-FFF2-40B4-BE49-F238E27FC236}">
                    <a16:creationId xmlns:a16="http://schemas.microsoft.com/office/drawing/2014/main" id="{B8ED090E-725D-D8C0-D5FC-236FAE2F55EB}"/>
                  </a:ext>
                </a:extLst>
              </p:cNvPr>
              <p:cNvSpPr/>
              <p:nvPr/>
            </p:nvSpPr>
            <p:spPr>
              <a:xfrm>
                <a:off x="3844537" y="1945771"/>
                <a:ext cx="1296584" cy="828932"/>
              </a:xfrm>
              <a:prstGeom prst="rect">
                <a:avLst/>
              </a:prstGeom>
              <a:solidFill>
                <a:srgbClr val="392D64">
                  <a:alpha val="75000"/>
                </a:srgbClr>
              </a:solidFill>
              <a:ln w="12700">
                <a:solidFill>
                  <a:srgbClr val="392D6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pt-BR" b="1" noProof="0" dirty="0">
                    <a:latin typeface="Roboto" panose="02000000000000000000" pitchFamily="2" charset="0"/>
                    <a:ea typeface="Roboto" panose="02000000000000000000" pitchFamily="2" charset="0"/>
                  </a:rPr>
                  <a:t>Face</a:t>
                </a:r>
              </a:p>
            </p:txBody>
          </p:sp>
          <p:sp>
            <p:nvSpPr>
              <p:cNvPr id="53" name="Retângulo 52">
                <a:extLst>
                  <a:ext uri="{FF2B5EF4-FFF2-40B4-BE49-F238E27FC236}">
                    <a16:creationId xmlns:a16="http://schemas.microsoft.com/office/drawing/2014/main" id="{8ADA3FAB-1230-A880-064A-780FCA76250D}"/>
                  </a:ext>
                </a:extLst>
              </p:cNvPr>
              <p:cNvSpPr/>
              <p:nvPr/>
            </p:nvSpPr>
            <p:spPr>
              <a:xfrm>
                <a:off x="3844537" y="2774702"/>
                <a:ext cx="1296584" cy="60382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392D6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pt-BR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1</a:t>
                </a:r>
              </a:p>
            </p:txBody>
          </p:sp>
          <p:sp>
            <p:nvSpPr>
              <p:cNvPr id="54" name="Retângulo 53">
                <a:extLst>
                  <a:ext uri="{FF2B5EF4-FFF2-40B4-BE49-F238E27FC236}">
                    <a16:creationId xmlns:a16="http://schemas.microsoft.com/office/drawing/2014/main" id="{E767ED47-78B2-2050-7FC2-A8A0DA7D5F09}"/>
                  </a:ext>
                </a:extLst>
              </p:cNvPr>
              <p:cNvSpPr/>
              <p:nvPr/>
            </p:nvSpPr>
            <p:spPr>
              <a:xfrm>
                <a:off x="3844537" y="3378522"/>
                <a:ext cx="1296584" cy="60382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392D6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pt-BR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2</a:t>
                </a:r>
              </a:p>
            </p:txBody>
          </p:sp>
          <p:sp>
            <p:nvSpPr>
              <p:cNvPr id="55" name="Retângulo 54">
                <a:extLst>
                  <a:ext uri="{FF2B5EF4-FFF2-40B4-BE49-F238E27FC236}">
                    <a16:creationId xmlns:a16="http://schemas.microsoft.com/office/drawing/2014/main" id="{1AD1A1BD-705D-26A0-AB69-9273C25CDD47}"/>
                  </a:ext>
                </a:extLst>
              </p:cNvPr>
              <p:cNvSpPr/>
              <p:nvPr/>
            </p:nvSpPr>
            <p:spPr>
              <a:xfrm>
                <a:off x="3844537" y="3982343"/>
                <a:ext cx="1296584" cy="60382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392D6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pt-BR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3</a:t>
                </a:r>
              </a:p>
            </p:txBody>
          </p:sp>
          <p:grpSp>
            <p:nvGrpSpPr>
              <p:cNvPr id="59" name="Agrupar 58">
                <a:extLst>
                  <a:ext uri="{FF2B5EF4-FFF2-40B4-BE49-F238E27FC236}">
                    <a16:creationId xmlns:a16="http://schemas.microsoft.com/office/drawing/2014/main" id="{41B352B0-BCF8-6845-0205-06AD55931695}"/>
                  </a:ext>
                </a:extLst>
              </p:cNvPr>
              <p:cNvGrpSpPr/>
              <p:nvPr/>
            </p:nvGrpSpPr>
            <p:grpSpPr>
              <a:xfrm>
                <a:off x="3844537" y="4570981"/>
                <a:ext cx="2835391" cy="603821"/>
                <a:chOff x="3844537" y="5386655"/>
                <a:chExt cx="2835391" cy="603821"/>
              </a:xfrm>
            </p:grpSpPr>
            <p:sp>
              <p:nvSpPr>
                <p:cNvPr id="50" name="Retângulo 49">
                  <a:extLst>
                    <a:ext uri="{FF2B5EF4-FFF2-40B4-BE49-F238E27FC236}">
                      <a16:creationId xmlns:a16="http://schemas.microsoft.com/office/drawing/2014/main" id="{081D627B-C474-CC00-4613-5F6575D45E64}"/>
                    </a:ext>
                  </a:extLst>
                </p:cNvPr>
                <p:cNvSpPr/>
                <p:nvPr/>
              </p:nvSpPr>
              <p:spPr>
                <a:xfrm>
                  <a:off x="5141117" y="5386655"/>
                  <a:ext cx="1538811" cy="60382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392D6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pt-BR" noProof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</a:rPr>
                    <a:t>199</a:t>
                  </a:r>
                </a:p>
              </p:txBody>
            </p:sp>
            <p:sp>
              <p:nvSpPr>
                <p:cNvPr id="56" name="Retângulo 55">
                  <a:extLst>
                    <a:ext uri="{FF2B5EF4-FFF2-40B4-BE49-F238E27FC236}">
                      <a16:creationId xmlns:a16="http://schemas.microsoft.com/office/drawing/2014/main" id="{C509B22C-67BB-5D56-F757-F58F565FFD10}"/>
                    </a:ext>
                  </a:extLst>
                </p:cNvPr>
                <p:cNvSpPr/>
                <p:nvPr/>
              </p:nvSpPr>
              <p:spPr>
                <a:xfrm>
                  <a:off x="3844537" y="5386655"/>
                  <a:ext cx="1296584" cy="60382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392D6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pt-BR" noProof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</a:rPr>
                    <a:t>4</a:t>
                  </a:r>
                </a:p>
              </p:txBody>
            </p:sp>
          </p:grpSp>
          <p:grpSp>
            <p:nvGrpSpPr>
              <p:cNvPr id="60" name="Agrupar 59">
                <a:extLst>
                  <a:ext uri="{FF2B5EF4-FFF2-40B4-BE49-F238E27FC236}">
                    <a16:creationId xmlns:a16="http://schemas.microsoft.com/office/drawing/2014/main" id="{15AC54E6-DF23-750E-25A0-474D0B939131}"/>
                  </a:ext>
                </a:extLst>
              </p:cNvPr>
              <p:cNvGrpSpPr/>
              <p:nvPr/>
            </p:nvGrpSpPr>
            <p:grpSpPr>
              <a:xfrm>
                <a:off x="3844537" y="5159619"/>
                <a:ext cx="2835391" cy="603821"/>
                <a:chOff x="3844537" y="5386655"/>
                <a:chExt cx="2835391" cy="603821"/>
              </a:xfrm>
            </p:grpSpPr>
            <p:sp>
              <p:nvSpPr>
                <p:cNvPr id="61" name="Retângulo 60">
                  <a:extLst>
                    <a:ext uri="{FF2B5EF4-FFF2-40B4-BE49-F238E27FC236}">
                      <a16:creationId xmlns:a16="http://schemas.microsoft.com/office/drawing/2014/main" id="{9035DF60-F75C-6DD4-A2C5-E757691F9425}"/>
                    </a:ext>
                  </a:extLst>
                </p:cNvPr>
                <p:cNvSpPr/>
                <p:nvPr/>
              </p:nvSpPr>
              <p:spPr>
                <a:xfrm>
                  <a:off x="5141117" y="5386655"/>
                  <a:ext cx="1538811" cy="60382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392D6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pt-BR" noProof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</a:rPr>
                    <a:t>203</a:t>
                  </a:r>
                </a:p>
              </p:txBody>
            </p:sp>
            <p:sp>
              <p:nvSpPr>
                <p:cNvPr id="62" name="Retângulo 61">
                  <a:extLst>
                    <a:ext uri="{FF2B5EF4-FFF2-40B4-BE49-F238E27FC236}">
                      <a16:creationId xmlns:a16="http://schemas.microsoft.com/office/drawing/2014/main" id="{16FE39AF-7FAE-80C7-AA34-C63B193221AF}"/>
                    </a:ext>
                  </a:extLst>
                </p:cNvPr>
                <p:cNvSpPr/>
                <p:nvPr/>
              </p:nvSpPr>
              <p:spPr>
                <a:xfrm>
                  <a:off x="3844537" y="5386655"/>
                  <a:ext cx="1296584" cy="60382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392D6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pt-BR" noProof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</a:rPr>
                    <a:t>5</a:t>
                  </a:r>
                </a:p>
              </p:txBody>
            </p:sp>
          </p:grpSp>
          <p:grpSp>
            <p:nvGrpSpPr>
              <p:cNvPr id="63" name="Agrupar 62">
                <a:extLst>
                  <a:ext uri="{FF2B5EF4-FFF2-40B4-BE49-F238E27FC236}">
                    <a16:creationId xmlns:a16="http://schemas.microsoft.com/office/drawing/2014/main" id="{D6362698-4769-6DDF-3A0D-C27CA20C685B}"/>
                  </a:ext>
                </a:extLst>
              </p:cNvPr>
              <p:cNvGrpSpPr/>
              <p:nvPr/>
            </p:nvGrpSpPr>
            <p:grpSpPr>
              <a:xfrm>
                <a:off x="3844537" y="5748257"/>
                <a:ext cx="2835391" cy="603821"/>
                <a:chOff x="3844537" y="5386655"/>
                <a:chExt cx="2835391" cy="603821"/>
              </a:xfrm>
            </p:grpSpPr>
            <p:sp>
              <p:nvSpPr>
                <p:cNvPr id="1024" name="Retângulo 1023">
                  <a:extLst>
                    <a:ext uri="{FF2B5EF4-FFF2-40B4-BE49-F238E27FC236}">
                      <a16:creationId xmlns:a16="http://schemas.microsoft.com/office/drawing/2014/main" id="{268ECD36-7EA2-39D2-C8C4-F2E24537AE30}"/>
                    </a:ext>
                  </a:extLst>
                </p:cNvPr>
                <p:cNvSpPr/>
                <p:nvPr/>
              </p:nvSpPr>
              <p:spPr>
                <a:xfrm>
                  <a:off x="5141117" y="5386655"/>
                  <a:ext cx="1538811" cy="60382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392D6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pt-BR" noProof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</a:rPr>
                    <a:t>197</a:t>
                  </a:r>
                </a:p>
              </p:txBody>
            </p:sp>
            <p:sp>
              <p:nvSpPr>
                <p:cNvPr id="1025" name="Retângulo 1024">
                  <a:extLst>
                    <a:ext uri="{FF2B5EF4-FFF2-40B4-BE49-F238E27FC236}">
                      <a16:creationId xmlns:a16="http://schemas.microsoft.com/office/drawing/2014/main" id="{C19B8F68-23A3-D955-3C9D-FC56F82A6F78}"/>
                    </a:ext>
                  </a:extLst>
                </p:cNvPr>
                <p:cNvSpPr/>
                <p:nvPr/>
              </p:nvSpPr>
              <p:spPr>
                <a:xfrm>
                  <a:off x="3844537" y="5386655"/>
                  <a:ext cx="1296584" cy="60382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392D6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pt-BR" noProof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</a:rPr>
                    <a:t>6</a:t>
                  </a:r>
                </a:p>
              </p:txBody>
            </p:sp>
          </p:grpSp>
        </p:grpSp>
      </p:grpSp>
      <p:sp>
        <p:nvSpPr>
          <p:cNvPr id="1031" name="Object 2">
            <a:extLst>
              <a:ext uri="{FF2B5EF4-FFF2-40B4-BE49-F238E27FC236}">
                <a16:creationId xmlns:a16="http://schemas.microsoft.com/office/drawing/2014/main" id="{663E52B0-9C20-97DA-93EB-226DBBFAA0E3}"/>
              </a:ext>
            </a:extLst>
          </p:cNvPr>
          <p:cNvSpPr/>
          <p:nvPr/>
        </p:nvSpPr>
        <p:spPr>
          <a:xfrm>
            <a:off x="8189156" y="5183565"/>
            <a:ext cx="2831770" cy="6038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buSzPct val="100000"/>
            </a:pPr>
            <a:r>
              <a:rPr lang="pt-BR" kern="0" spc="49" noProof="0" dirty="0">
                <a:solidFill>
                  <a:srgbClr val="000000">
                    <a:alpha val="80000"/>
                  </a:srgbClr>
                </a:solidFill>
                <a:latin typeface="Dreaming Outloud Pro" panose="03050502040302030504" pitchFamily="66" charset="0"/>
                <a:ea typeface="Source Sans Pro" pitchFamily="34" charset="-122"/>
                <a:cs typeface="Dreaming Outloud Pro" panose="03050502040302030504" pitchFamily="66" charset="0"/>
              </a:rPr>
              <a:t>O lançamento do dado é uma variável de incerteza.</a:t>
            </a:r>
            <a:endParaRPr lang="pt-BR" b="1" kern="0" spc="49" noProof="0" dirty="0">
              <a:solidFill>
                <a:srgbClr val="000000">
                  <a:alpha val="80000"/>
                </a:srgbClr>
              </a:solidFill>
              <a:latin typeface="Dreaming Outloud Pro" panose="03050502040302030504" pitchFamily="66" charset="0"/>
              <a:ea typeface="Source Sans Pro" pitchFamily="34" charset="-122"/>
              <a:cs typeface="Dreaming Outloud Pro" panose="030505020403020305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463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220BA-A4D2-1288-E90D-96B254D71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E66EEC6A-C83E-F044-1AF0-B4BC272B88BA}"/>
              </a:ext>
            </a:extLst>
          </p:cNvPr>
          <p:cNvSpPr/>
          <p:nvPr/>
        </p:nvSpPr>
        <p:spPr>
          <a:xfrm>
            <a:off x="0" y="479107"/>
            <a:ext cx="12188952" cy="5415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266"/>
              </a:lnSpc>
              <a:spcBef>
                <a:spcPts val="23"/>
              </a:spcBef>
              <a:buNone/>
            </a:pPr>
            <a:r>
              <a:rPr lang="pt-BR" sz="4690" b="1" kern="0" spc="47" noProof="0" dirty="0">
                <a:solidFill>
                  <a:srgbClr val="392D65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DERIVANDO O PI A PARTIR DE EXPERIMENTOS</a:t>
            </a:r>
            <a:endParaRPr lang="pt-BR" sz="4690" noProof="0" dirty="0"/>
          </a:p>
        </p:txBody>
      </p:sp>
      <p:pic>
        <p:nvPicPr>
          <p:cNvPr id="3" name="Mídia Online 2" title="Monte Carlo Simulation">
            <a:hlinkClick r:id="" action="ppaction://media"/>
            <a:extLst>
              <a:ext uri="{FF2B5EF4-FFF2-40B4-BE49-F238E27FC236}">
                <a16:creationId xmlns:a16="http://schemas.microsoft.com/office/drawing/2014/main" id="{38399094-6495-B6F0-3737-3F2A7FEFCBE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155700" y="1275461"/>
            <a:ext cx="9880600" cy="558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999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1EF58-2DF1-FC94-AD67-6282A476E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72C33EEF-A02B-C69E-8EF7-D7561D874DC9}"/>
              </a:ext>
            </a:extLst>
          </p:cNvPr>
          <p:cNvSpPr/>
          <p:nvPr/>
        </p:nvSpPr>
        <p:spPr>
          <a:xfrm>
            <a:off x="0" y="479107"/>
            <a:ext cx="12188952" cy="5415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266"/>
              </a:lnSpc>
              <a:spcBef>
                <a:spcPts val="23"/>
              </a:spcBef>
              <a:buNone/>
            </a:pPr>
            <a:r>
              <a:rPr lang="pt-BR" sz="4690" b="1" kern="0" spc="47" noProof="0" dirty="0">
                <a:solidFill>
                  <a:srgbClr val="392D65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Mas por quê </a:t>
            </a:r>
            <a:r>
              <a:rPr lang="pt-BR" sz="4690" b="1" kern="0" spc="47" noProof="0" dirty="0" err="1">
                <a:solidFill>
                  <a:srgbClr val="392D65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ess</a:t>
            </a:r>
            <a:r>
              <a:rPr lang="pt-BR" sz="4690" b="1" kern="0" spc="47" dirty="0">
                <a:solidFill>
                  <a:srgbClr val="392D65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 experimento funciona?</a:t>
            </a:r>
            <a:endParaRPr lang="pt-BR" sz="4690" noProof="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1386500-DDC5-0DC9-DDBC-DFF75F66AA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76" r="3566"/>
          <a:stretch/>
        </p:blipFill>
        <p:spPr>
          <a:xfrm>
            <a:off x="2324100" y="2192599"/>
            <a:ext cx="7543800" cy="35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591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DAD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156529-C859-523D-204B-4EB3CD77E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B6B38989-2DCC-0162-523D-31B2CC28D978}"/>
              </a:ext>
            </a:extLst>
          </p:cNvPr>
          <p:cNvSpPr/>
          <p:nvPr/>
        </p:nvSpPr>
        <p:spPr>
          <a:xfrm>
            <a:off x="2461846" y="2084025"/>
            <a:ext cx="8866555" cy="2689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>
              <a:lnSpc>
                <a:spcPts val="7383"/>
              </a:lnSpc>
              <a:buNone/>
            </a:pPr>
            <a:r>
              <a:rPr lang="pt-BR" sz="5400" kern="0" spc="71" noProof="0" dirty="0">
                <a:solidFill>
                  <a:srgbClr val="392D65"/>
                </a:solidFill>
                <a:latin typeface="Bebas Neue" pitchFamily="34" charset="0"/>
              </a:rPr>
              <a:t>Podemos descobrir aproximações  de modelos e outras coisas utilizando</a:t>
            </a:r>
            <a:r>
              <a:rPr lang="pt-BR" sz="5400" b="1" kern="0" spc="71" noProof="0" dirty="0">
                <a:solidFill>
                  <a:srgbClr val="392D65"/>
                </a:solidFill>
                <a:latin typeface="Bebas Neue" pitchFamily="34" charset="0"/>
              </a:rPr>
              <a:t> simulações aleatórias repetidas</a:t>
            </a:r>
            <a:r>
              <a:rPr lang="pt-BR" sz="5400" kern="0" spc="71" noProof="0" dirty="0">
                <a:solidFill>
                  <a:srgbClr val="392D65"/>
                </a:solidFill>
                <a:latin typeface="Bebas Neue" pitchFamily="34" charset="0"/>
              </a:rPr>
              <a:t>!</a:t>
            </a:r>
            <a:endParaRPr lang="pt-BR" sz="1200" noProof="0" dirty="0"/>
          </a:p>
        </p:txBody>
      </p:sp>
    </p:spTree>
    <p:extLst>
      <p:ext uri="{BB962C8B-B14F-4D97-AF65-F5344CB8AC3E}">
        <p14:creationId xmlns:p14="http://schemas.microsoft.com/office/powerpoint/2010/main" val="2624489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2D6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48F240-A343-1CCA-A688-6D89D8C02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073B7E23-C35A-B29E-5561-DCCCC3DC4FDC}"/>
              </a:ext>
            </a:extLst>
          </p:cNvPr>
          <p:cNvSpPr/>
          <p:nvPr/>
        </p:nvSpPr>
        <p:spPr>
          <a:xfrm>
            <a:off x="615820" y="1682777"/>
            <a:ext cx="7766180" cy="3492446"/>
          </a:xfrm>
          <a:prstGeom prst="rect">
            <a:avLst/>
          </a:prstGeom>
          <a:solidFill>
            <a:srgbClr val="392D64"/>
          </a:solidFill>
          <a:ln>
            <a:solidFill>
              <a:srgbClr val="392D64"/>
            </a:solidFill>
          </a:ln>
        </p:spPr>
        <p:txBody>
          <a:bodyPr wrap="square" lIns="0" tIns="0" rIns="0" bIns="0" rtlCol="0" anchor="t"/>
          <a:lstStyle/>
          <a:p>
            <a:pPr>
              <a:lnSpc>
                <a:spcPts val="7000"/>
              </a:lnSpc>
              <a:buSzPct val="100000"/>
            </a:pPr>
            <a:r>
              <a:rPr lang="pt-BR" sz="5400" kern="0" spc="49" noProof="0" dirty="0">
                <a:ln w="0">
                  <a:noFill/>
                </a:ln>
                <a:solidFill>
                  <a:schemeClr val="bg1">
                    <a:alpha val="50000"/>
                  </a:schemeClr>
                </a:solidFill>
                <a:latin typeface="Bebas Neue" panose="020B0606020202050201" pitchFamily="34" charset="77"/>
                <a:ea typeface="Source Sans Pro" panose="020B0503030403020204" pitchFamily="34" charset="0"/>
                <a:cs typeface="Times New Roman" panose="02020603050405020304" pitchFamily="18" charset="0"/>
              </a:rPr>
              <a:t>Seria possível </a:t>
            </a:r>
            <a:r>
              <a:rPr lang="pt-BR" sz="5400" b="1" kern="0" spc="49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Bebas Neue" panose="020B0606020202050201" pitchFamily="34" charset="77"/>
                <a:ea typeface="Source Sans Pro" panose="020B0503030403020204" pitchFamily="34" charset="0"/>
                <a:cs typeface="Times New Roman" panose="02020603050405020304" pitchFamily="18" charset="0"/>
              </a:rPr>
              <a:t>determinar a probabilidade </a:t>
            </a:r>
            <a:r>
              <a:rPr lang="pt-BR" sz="5400" kern="0" spc="49" noProof="0" dirty="0">
                <a:ln w="0">
                  <a:noFill/>
                </a:ln>
                <a:solidFill>
                  <a:schemeClr val="bg1">
                    <a:alpha val="50000"/>
                  </a:schemeClr>
                </a:solidFill>
                <a:latin typeface="Bebas Neue" panose="020B0606020202050201" pitchFamily="34" charset="77"/>
                <a:ea typeface="Source Sans Pro" panose="020B0503030403020204" pitchFamily="34" charset="0"/>
                <a:cs typeface="Times New Roman" panose="02020603050405020304" pitchFamily="18" charset="0"/>
              </a:rPr>
              <a:t>de um grupo de pessoas ser </a:t>
            </a:r>
            <a:r>
              <a:rPr lang="pt-BR" sz="5400" kern="0" spc="49" dirty="0">
                <a:ln w="0">
                  <a:noFill/>
                </a:ln>
                <a:solidFill>
                  <a:schemeClr val="bg1">
                    <a:alpha val="50000"/>
                  </a:schemeClr>
                </a:solidFill>
                <a:latin typeface="Bebas Neue" panose="020B0606020202050201" pitchFamily="34" charset="77"/>
                <a:ea typeface="Source Sans Pro" panose="020B0503030403020204" pitchFamily="34" charset="0"/>
                <a:cs typeface="Times New Roman" panose="02020603050405020304" pitchFamily="18" charset="0"/>
              </a:rPr>
              <a:t>maior que 1,8 metro por simulações aleatórias?</a:t>
            </a:r>
          </a:p>
        </p:txBody>
      </p:sp>
    </p:spTree>
    <p:extLst>
      <p:ext uri="{BB962C8B-B14F-4D97-AF65-F5344CB8AC3E}">
        <p14:creationId xmlns:p14="http://schemas.microsoft.com/office/powerpoint/2010/main" val="3497550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32160-FDBD-FF7C-D098-100DEE8CB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2B6B2453-7670-F6B7-4E99-314D566EB564}"/>
              </a:ext>
            </a:extLst>
          </p:cNvPr>
          <p:cNvSpPr/>
          <p:nvPr/>
        </p:nvSpPr>
        <p:spPr>
          <a:xfrm>
            <a:off x="0" y="479107"/>
            <a:ext cx="12188952" cy="5415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266"/>
              </a:lnSpc>
              <a:spcBef>
                <a:spcPts val="23"/>
              </a:spcBef>
              <a:buNone/>
            </a:pPr>
            <a:r>
              <a:rPr lang="pt-BR" sz="4690" b="1" kern="0" spc="47" noProof="0" dirty="0">
                <a:solidFill>
                  <a:srgbClr val="392D65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Método para determinar a probabilidade</a:t>
            </a:r>
            <a:endParaRPr lang="pt-BR" sz="4690" noProof="0" dirty="0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62F80257-D3D1-A09B-A7EA-D88E5A7325C6}"/>
              </a:ext>
            </a:extLst>
          </p:cNvPr>
          <p:cNvSpPr/>
          <p:nvPr/>
        </p:nvSpPr>
        <p:spPr>
          <a:xfrm>
            <a:off x="5137917" y="4995615"/>
            <a:ext cx="241393" cy="2413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C6CE2B66-C5CA-C64C-27B0-42EA95D1C5EF}"/>
              </a:ext>
            </a:extLst>
          </p:cNvPr>
          <p:cNvSpPr/>
          <p:nvPr/>
        </p:nvSpPr>
        <p:spPr>
          <a:xfrm>
            <a:off x="4438187" y="3487207"/>
            <a:ext cx="1844466" cy="1894643"/>
          </a:xfrm>
          <a:custGeom>
            <a:avLst/>
            <a:gdLst>
              <a:gd name="connsiteX0" fmla="*/ 0 w 1834251"/>
              <a:gd name="connsiteY0" fmla="*/ 0 h 1782257"/>
              <a:gd name="connsiteX1" fmla="*/ 1834251 w 1834251"/>
              <a:gd name="connsiteY1" fmla="*/ 0 h 1782257"/>
              <a:gd name="connsiteX2" fmla="*/ 1834251 w 1834251"/>
              <a:gd name="connsiteY2" fmla="*/ 1782257 h 1782257"/>
              <a:gd name="connsiteX3" fmla="*/ 0 w 1834251"/>
              <a:gd name="connsiteY3" fmla="*/ 1782257 h 1782257"/>
              <a:gd name="connsiteX4" fmla="*/ 0 w 1834251"/>
              <a:gd name="connsiteY4" fmla="*/ 0 h 1782257"/>
              <a:gd name="connsiteX0" fmla="*/ 0 w 1834251"/>
              <a:gd name="connsiteY0" fmla="*/ 0 h 1782257"/>
              <a:gd name="connsiteX1" fmla="*/ 480580 w 1834251"/>
              <a:gd name="connsiteY1" fmla="*/ 466165 h 1782257"/>
              <a:gd name="connsiteX2" fmla="*/ 1834251 w 1834251"/>
              <a:gd name="connsiteY2" fmla="*/ 1782257 h 1782257"/>
              <a:gd name="connsiteX3" fmla="*/ 0 w 1834251"/>
              <a:gd name="connsiteY3" fmla="*/ 1782257 h 1782257"/>
              <a:gd name="connsiteX4" fmla="*/ 0 w 1834251"/>
              <a:gd name="connsiteY4" fmla="*/ 0 h 1782257"/>
              <a:gd name="connsiteX0" fmla="*/ 0 w 1834251"/>
              <a:gd name="connsiteY0" fmla="*/ 0 h 1782257"/>
              <a:gd name="connsiteX1" fmla="*/ 480580 w 1834251"/>
              <a:gd name="connsiteY1" fmla="*/ 466165 h 1782257"/>
              <a:gd name="connsiteX2" fmla="*/ 1834251 w 1834251"/>
              <a:gd name="connsiteY2" fmla="*/ 1782257 h 1782257"/>
              <a:gd name="connsiteX3" fmla="*/ 0 w 1834251"/>
              <a:gd name="connsiteY3" fmla="*/ 1782257 h 1782257"/>
              <a:gd name="connsiteX4" fmla="*/ 0 w 1834251"/>
              <a:gd name="connsiteY4" fmla="*/ 0 h 1782257"/>
              <a:gd name="connsiteX0" fmla="*/ 0 w 1854889"/>
              <a:gd name="connsiteY0" fmla="*/ 0 h 1782257"/>
              <a:gd name="connsiteX1" fmla="*/ 480580 w 1854889"/>
              <a:gd name="connsiteY1" fmla="*/ 466165 h 1782257"/>
              <a:gd name="connsiteX2" fmla="*/ 957333 w 1854889"/>
              <a:gd name="connsiteY2" fmla="*/ 969167 h 1782257"/>
              <a:gd name="connsiteX3" fmla="*/ 1834251 w 1854889"/>
              <a:gd name="connsiteY3" fmla="*/ 1782257 h 1782257"/>
              <a:gd name="connsiteX4" fmla="*/ 0 w 1854889"/>
              <a:gd name="connsiteY4" fmla="*/ 1782257 h 1782257"/>
              <a:gd name="connsiteX5" fmla="*/ 0 w 1854889"/>
              <a:gd name="connsiteY5" fmla="*/ 0 h 1782257"/>
              <a:gd name="connsiteX0" fmla="*/ 0 w 1923265"/>
              <a:gd name="connsiteY0" fmla="*/ 0 h 1782257"/>
              <a:gd name="connsiteX1" fmla="*/ 480580 w 1923265"/>
              <a:gd name="connsiteY1" fmla="*/ 466165 h 1782257"/>
              <a:gd name="connsiteX2" fmla="*/ 957333 w 1923265"/>
              <a:gd name="connsiteY2" fmla="*/ 969167 h 1782257"/>
              <a:gd name="connsiteX3" fmla="*/ 1566933 w 1923265"/>
              <a:gd name="connsiteY3" fmla="*/ 1435332 h 1782257"/>
              <a:gd name="connsiteX4" fmla="*/ 1834251 w 1923265"/>
              <a:gd name="connsiteY4" fmla="*/ 1782257 h 1782257"/>
              <a:gd name="connsiteX5" fmla="*/ 0 w 1923265"/>
              <a:gd name="connsiteY5" fmla="*/ 1782257 h 1782257"/>
              <a:gd name="connsiteX6" fmla="*/ 0 w 1923265"/>
              <a:gd name="connsiteY6" fmla="*/ 0 h 1782257"/>
              <a:gd name="connsiteX0" fmla="*/ 0 w 1977114"/>
              <a:gd name="connsiteY0" fmla="*/ 0 h 1782257"/>
              <a:gd name="connsiteX1" fmla="*/ 480580 w 1977114"/>
              <a:gd name="connsiteY1" fmla="*/ 466165 h 1782257"/>
              <a:gd name="connsiteX2" fmla="*/ 957333 w 1977114"/>
              <a:gd name="connsiteY2" fmla="*/ 969167 h 1782257"/>
              <a:gd name="connsiteX3" fmla="*/ 1800016 w 1977114"/>
              <a:gd name="connsiteY3" fmla="*/ 1265003 h 1782257"/>
              <a:gd name="connsiteX4" fmla="*/ 1834251 w 1977114"/>
              <a:gd name="connsiteY4" fmla="*/ 1782257 h 1782257"/>
              <a:gd name="connsiteX5" fmla="*/ 0 w 1977114"/>
              <a:gd name="connsiteY5" fmla="*/ 1782257 h 1782257"/>
              <a:gd name="connsiteX6" fmla="*/ 0 w 1977114"/>
              <a:gd name="connsiteY6" fmla="*/ 0 h 1782257"/>
              <a:gd name="connsiteX0" fmla="*/ 0 w 1977114"/>
              <a:gd name="connsiteY0" fmla="*/ 0 h 1782257"/>
              <a:gd name="connsiteX1" fmla="*/ 480580 w 1977114"/>
              <a:gd name="connsiteY1" fmla="*/ 466165 h 1782257"/>
              <a:gd name="connsiteX2" fmla="*/ 634604 w 1977114"/>
              <a:gd name="connsiteY2" fmla="*/ 1040885 h 1782257"/>
              <a:gd name="connsiteX3" fmla="*/ 1800016 w 1977114"/>
              <a:gd name="connsiteY3" fmla="*/ 1265003 h 1782257"/>
              <a:gd name="connsiteX4" fmla="*/ 1834251 w 1977114"/>
              <a:gd name="connsiteY4" fmla="*/ 1782257 h 1782257"/>
              <a:gd name="connsiteX5" fmla="*/ 0 w 1977114"/>
              <a:gd name="connsiteY5" fmla="*/ 1782257 h 1782257"/>
              <a:gd name="connsiteX6" fmla="*/ 0 w 1977114"/>
              <a:gd name="connsiteY6" fmla="*/ 0 h 1782257"/>
              <a:gd name="connsiteX0" fmla="*/ 0 w 1977114"/>
              <a:gd name="connsiteY0" fmla="*/ 0 h 1782257"/>
              <a:gd name="connsiteX1" fmla="*/ 157850 w 1977114"/>
              <a:gd name="connsiteY1" fmla="*/ 591671 h 1782257"/>
              <a:gd name="connsiteX2" fmla="*/ 634604 w 1977114"/>
              <a:gd name="connsiteY2" fmla="*/ 1040885 h 1782257"/>
              <a:gd name="connsiteX3" fmla="*/ 1800016 w 1977114"/>
              <a:gd name="connsiteY3" fmla="*/ 1265003 h 1782257"/>
              <a:gd name="connsiteX4" fmla="*/ 1834251 w 1977114"/>
              <a:gd name="connsiteY4" fmla="*/ 1782257 h 1782257"/>
              <a:gd name="connsiteX5" fmla="*/ 0 w 1977114"/>
              <a:gd name="connsiteY5" fmla="*/ 1782257 h 1782257"/>
              <a:gd name="connsiteX6" fmla="*/ 0 w 1977114"/>
              <a:gd name="connsiteY6" fmla="*/ 0 h 1782257"/>
              <a:gd name="connsiteX0" fmla="*/ 0 w 1977114"/>
              <a:gd name="connsiteY0" fmla="*/ 0 h 1782257"/>
              <a:gd name="connsiteX1" fmla="*/ 195332 w 1977114"/>
              <a:gd name="connsiteY1" fmla="*/ 422320 h 1782257"/>
              <a:gd name="connsiteX2" fmla="*/ 157850 w 1977114"/>
              <a:gd name="connsiteY2" fmla="*/ 591671 h 1782257"/>
              <a:gd name="connsiteX3" fmla="*/ 634604 w 1977114"/>
              <a:gd name="connsiteY3" fmla="*/ 1040885 h 1782257"/>
              <a:gd name="connsiteX4" fmla="*/ 1800016 w 1977114"/>
              <a:gd name="connsiteY4" fmla="*/ 1265003 h 1782257"/>
              <a:gd name="connsiteX5" fmla="*/ 1834251 w 1977114"/>
              <a:gd name="connsiteY5" fmla="*/ 1782257 h 1782257"/>
              <a:gd name="connsiteX6" fmla="*/ 0 w 1977114"/>
              <a:gd name="connsiteY6" fmla="*/ 1782257 h 1782257"/>
              <a:gd name="connsiteX7" fmla="*/ 0 w 1977114"/>
              <a:gd name="connsiteY7" fmla="*/ 0 h 1782257"/>
              <a:gd name="connsiteX0" fmla="*/ 0 w 1977114"/>
              <a:gd name="connsiteY0" fmla="*/ 0 h 1782257"/>
              <a:gd name="connsiteX1" fmla="*/ 195332 w 1977114"/>
              <a:gd name="connsiteY1" fmla="*/ 422320 h 1782257"/>
              <a:gd name="connsiteX2" fmla="*/ 346109 w 1977114"/>
              <a:gd name="connsiteY2" fmla="*/ 753036 h 1782257"/>
              <a:gd name="connsiteX3" fmla="*/ 634604 w 1977114"/>
              <a:gd name="connsiteY3" fmla="*/ 1040885 h 1782257"/>
              <a:gd name="connsiteX4" fmla="*/ 1800016 w 1977114"/>
              <a:gd name="connsiteY4" fmla="*/ 1265003 h 1782257"/>
              <a:gd name="connsiteX5" fmla="*/ 1834251 w 1977114"/>
              <a:gd name="connsiteY5" fmla="*/ 1782257 h 1782257"/>
              <a:gd name="connsiteX6" fmla="*/ 0 w 1977114"/>
              <a:gd name="connsiteY6" fmla="*/ 1782257 h 1782257"/>
              <a:gd name="connsiteX7" fmla="*/ 0 w 1977114"/>
              <a:gd name="connsiteY7" fmla="*/ 0 h 1782257"/>
              <a:gd name="connsiteX0" fmla="*/ 0 w 1977114"/>
              <a:gd name="connsiteY0" fmla="*/ 0 h 1782257"/>
              <a:gd name="connsiteX1" fmla="*/ 195332 w 1977114"/>
              <a:gd name="connsiteY1" fmla="*/ 422320 h 1782257"/>
              <a:gd name="connsiteX2" fmla="*/ 346109 w 1977114"/>
              <a:gd name="connsiteY2" fmla="*/ 753036 h 1782257"/>
              <a:gd name="connsiteX3" fmla="*/ 634604 w 1977114"/>
              <a:gd name="connsiteY3" fmla="*/ 1040885 h 1782257"/>
              <a:gd name="connsiteX4" fmla="*/ 1800016 w 1977114"/>
              <a:gd name="connsiteY4" fmla="*/ 1265003 h 1782257"/>
              <a:gd name="connsiteX5" fmla="*/ 1834251 w 1977114"/>
              <a:gd name="connsiteY5" fmla="*/ 1782257 h 1782257"/>
              <a:gd name="connsiteX6" fmla="*/ 0 w 1977114"/>
              <a:gd name="connsiteY6" fmla="*/ 1782257 h 1782257"/>
              <a:gd name="connsiteX7" fmla="*/ 0 w 1977114"/>
              <a:gd name="connsiteY7" fmla="*/ 0 h 1782257"/>
              <a:gd name="connsiteX0" fmla="*/ 0 w 1977114"/>
              <a:gd name="connsiteY0" fmla="*/ 0 h 1782257"/>
              <a:gd name="connsiteX1" fmla="*/ 195332 w 1977114"/>
              <a:gd name="connsiteY1" fmla="*/ 422320 h 1782257"/>
              <a:gd name="connsiteX2" fmla="*/ 346109 w 1977114"/>
              <a:gd name="connsiteY2" fmla="*/ 753036 h 1782257"/>
              <a:gd name="connsiteX3" fmla="*/ 545704 w 1977114"/>
              <a:gd name="connsiteY3" fmla="*/ 1009135 h 1782257"/>
              <a:gd name="connsiteX4" fmla="*/ 1800016 w 1977114"/>
              <a:gd name="connsiteY4" fmla="*/ 1265003 h 1782257"/>
              <a:gd name="connsiteX5" fmla="*/ 1834251 w 1977114"/>
              <a:gd name="connsiteY5" fmla="*/ 1782257 h 1782257"/>
              <a:gd name="connsiteX6" fmla="*/ 0 w 1977114"/>
              <a:gd name="connsiteY6" fmla="*/ 1782257 h 1782257"/>
              <a:gd name="connsiteX7" fmla="*/ 0 w 1977114"/>
              <a:gd name="connsiteY7" fmla="*/ 0 h 1782257"/>
              <a:gd name="connsiteX0" fmla="*/ 0 w 1977846"/>
              <a:gd name="connsiteY0" fmla="*/ 0 h 1782257"/>
              <a:gd name="connsiteX1" fmla="*/ 195332 w 1977846"/>
              <a:gd name="connsiteY1" fmla="*/ 422320 h 1782257"/>
              <a:gd name="connsiteX2" fmla="*/ 346109 w 1977846"/>
              <a:gd name="connsiteY2" fmla="*/ 753036 h 1782257"/>
              <a:gd name="connsiteX3" fmla="*/ 545704 w 1977846"/>
              <a:gd name="connsiteY3" fmla="*/ 1009135 h 1782257"/>
              <a:gd name="connsiteX4" fmla="*/ 942017 w 1977846"/>
              <a:gd name="connsiteY4" fmla="*/ 1124742 h 1782257"/>
              <a:gd name="connsiteX5" fmla="*/ 1800016 w 1977846"/>
              <a:gd name="connsiteY5" fmla="*/ 1265003 h 1782257"/>
              <a:gd name="connsiteX6" fmla="*/ 1834251 w 1977846"/>
              <a:gd name="connsiteY6" fmla="*/ 1782257 h 1782257"/>
              <a:gd name="connsiteX7" fmla="*/ 0 w 1977846"/>
              <a:gd name="connsiteY7" fmla="*/ 1782257 h 1782257"/>
              <a:gd name="connsiteX8" fmla="*/ 0 w 1977846"/>
              <a:gd name="connsiteY8" fmla="*/ 0 h 1782257"/>
              <a:gd name="connsiteX0" fmla="*/ 0 w 1977846"/>
              <a:gd name="connsiteY0" fmla="*/ 0 h 1782257"/>
              <a:gd name="connsiteX1" fmla="*/ 195332 w 1977846"/>
              <a:gd name="connsiteY1" fmla="*/ 422320 h 1782257"/>
              <a:gd name="connsiteX2" fmla="*/ 346109 w 1977846"/>
              <a:gd name="connsiteY2" fmla="*/ 753036 h 1782257"/>
              <a:gd name="connsiteX3" fmla="*/ 545704 w 1977846"/>
              <a:gd name="connsiteY3" fmla="*/ 1009135 h 1782257"/>
              <a:gd name="connsiteX4" fmla="*/ 907092 w 1977846"/>
              <a:gd name="connsiteY4" fmla="*/ 1172367 h 1782257"/>
              <a:gd name="connsiteX5" fmla="*/ 1800016 w 1977846"/>
              <a:gd name="connsiteY5" fmla="*/ 1265003 h 1782257"/>
              <a:gd name="connsiteX6" fmla="*/ 1834251 w 1977846"/>
              <a:gd name="connsiteY6" fmla="*/ 1782257 h 1782257"/>
              <a:gd name="connsiteX7" fmla="*/ 0 w 1977846"/>
              <a:gd name="connsiteY7" fmla="*/ 1782257 h 1782257"/>
              <a:gd name="connsiteX8" fmla="*/ 0 w 1977846"/>
              <a:gd name="connsiteY8" fmla="*/ 0 h 1782257"/>
              <a:gd name="connsiteX0" fmla="*/ 0 w 1977846"/>
              <a:gd name="connsiteY0" fmla="*/ 0 h 1782257"/>
              <a:gd name="connsiteX1" fmla="*/ 195332 w 1977846"/>
              <a:gd name="connsiteY1" fmla="*/ 422320 h 1782257"/>
              <a:gd name="connsiteX2" fmla="*/ 346109 w 1977846"/>
              <a:gd name="connsiteY2" fmla="*/ 753036 h 1782257"/>
              <a:gd name="connsiteX3" fmla="*/ 545704 w 1977846"/>
              <a:gd name="connsiteY3" fmla="*/ 1009135 h 1782257"/>
              <a:gd name="connsiteX4" fmla="*/ 907092 w 1977846"/>
              <a:gd name="connsiteY4" fmla="*/ 1245392 h 1782257"/>
              <a:gd name="connsiteX5" fmla="*/ 1800016 w 1977846"/>
              <a:gd name="connsiteY5" fmla="*/ 1265003 h 1782257"/>
              <a:gd name="connsiteX6" fmla="*/ 1834251 w 1977846"/>
              <a:gd name="connsiteY6" fmla="*/ 1782257 h 1782257"/>
              <a:gd name="connsiteX7" fmla="*/ 0 w 1977846"/>
              <a:gd name="connsiteY7" fmla="*/ 1782257 h 1782257"/>
              <a:gd name="connsiteX8" fmla="*/ 0 w 1977846"/>
              <a:gd name="connsiteY8" fmla="*/ 0 h 1782257"/>
              <a:gd name="connsiteX0" fmla="*/ 0 w 1977846"/>
              <a:gd name="connsiteY0" fmla="*/ 0 h 1782257"/>
              <a:gd name="connsiteX1" fmla="*/ 195332 w 1977846"/>
              <a:gd name="connsiteY1" fmla="*/ 422320 h 1782257"/>
              <a:gd name="connsiteX2" fmla="*/ 346109 w 1977846"/>
              <a:gd name="connsiteY2" fmla="*/ 753036 h 1782257"/>
              <a:gd name="connsiteX3" fmla="*/ 545704 w 1977846"/>
              <a:gd name="connsiteY3" fmla="*/ 1009135 h 1782257"/>
              <a:gd name="connsiteX4" fmla="*/ 907092 w 1977846"/>
              <a:gd name="connsiteY4" fmla="*/ 1353342 h 1782257"/>
              <a:gd name="connsiteX5" fmla="*/ 1800016 w 1977846"/>
              <a:gd name="connsiteY5" fmla="*/ 1265003 h 1782257"/>
              <a:gd name="connsiteX6" fmla="*/ 1834251 w 1977846"/>
              <a:gd name="connsiteY6" fmla="*/ 1782257 h 1782257"/>
              <a:gd name="connsiteX7" fmla="*/ 0 w 1977846"/>
              <a:gd name="connsiteY7" fmla="*/ 1782257 h 1782257"/>
              <a:gd name="connsiteX8" fmla="*/ 0 w 1977846"/>
              <a:gd name="connsiteY8" fmla="*/ 0 h 1782257"/>
              <a:gd name="connsiteX0" fmla="*/ 0 w 1977846"/>
              <a:gd name="connsiteY0" fmla="*/ 0 h 1782257"/>
              <a:gd name="connsiteX1" fmla="*/ 195332 w 1977846"/>
              <a:gd name="connsiteY1" fmla="*/ 422320 h 1782257"/>
              <a:gd name="connsiteX2" fmla="*/ 346109 w 1977846"/>
              <a:gd name="connsiteY2" fmla="*/ 753036 h 1782257"/>
              <a:gd name="connsiteX3" fmla="*/ 545704 w 1977846"/>
              <a:gd name="connsiteY3" fmla="*/ 1009135 h 1782257"/>
              <a:gd name="connsiteX4" fmla="*/ 951542 w 1977846"/>
              <a:gd name="connsiteY4" fmla="*/ 1289842 h 1782257"/>
              <a:gd name="connsiteX5" fmla="*/ 1800016 w 1977846"/>
              <a:gd name="connsiteY5" fmla="*/ 1265003 h 1782257"/>
              <a:gd name="connsiteX6" fmla="*/ 1834251 w 1977846"/>
              <a:gd name="connsiteY6" fmla="*/ 1782257 h 1782257"/>
              <a:gd name="connsiteX7" fmla="*/ 0 w 1977846"/>
              <a:gd name="connsiteY7" fmla="*/ 1782257 h 1782257"/>
              <a:gd name="connsiteX8" fmla="*/ 0 w 1977846"/>
              <a:gd name="connsiteY8" fmla="*/ 0 h 1782257"/>
              <a:gd name="connsiteX0" fmla="*/ 0 w 1977846"/>
              <a:gd name="connsiteY0" fmla="*/ 0 h 1782257"/>
              <a:gd name="connsiteX1" fmla="*/ 195332 w 1977846"/>
              <a:gd name="connsiteY1" fmla="*/ 422320 h 1782257"/>
              <a:gd name="connsiteX2" fmla="*/ 346109 w 1977846"/>
              <a:gd name="connsiteY2" fmla="*/ 753036 h 1782257"/>
              <a:gd name="connsiteX3" fmla="*/ 510779 w 1977846"/>
              <a:gd name="connsiteY3" fmla="*/ 1075810 h 1782257"/>
              <a:gd name="connsiteX4" fmla="*/ 951542 w 1977846"/>
              <a:gd name="connsiteY4" fmla="*/ 1289842 h 1782257"/>
              <a:gd name="connsiteX5" fmla="*/ 1800016 w 1977846"/>
              <a:gd name="connsiteY5" fmla="*/ 1265003 h 1782257"/>
              <a:gd name="connsiteX6" fmla="*/ 1834251 w 1977846"/>
              <a:gd name="connsiteY6" fmla="*/ 1782257 h 1782257"/>
              <a:gd name="connsiteX7" fmla="*/ 0 w 1977846"/>
              <a:gd name="connsiteY7" fmla="*/ 1782257 h 1782257"/>
              <a:gd name="connsiteX8" fmla="*/ 0 w 1977846"/>
              <a:gd name="connsiteY8" fmla="*/ 0 h 1782257"/>
              <a:gd name="connsiteX0" fmla="*/ 0 w 1977846"/>
              <a:gd name="connsiteY0" fmla="*/ 0 h 1782257"/>
              <a:gd name="connsiteX1" fmla="*/ 195332 w 1977846"/>
              <a:gd name="connsiteY1" fmla="*/ 422320 h 1782257"/>
              <a:gd name="connsiteX2" fmla="*/ 346109 w 1977846"/>
              <a:gd name="connsiteY2" fmla="*/ 753036 h 1782257"/>
              <a:gd name="connsiteX3" fmla="*/ 510779 w 1977846"/>
              <a:gd name="connsiteY3" fmla="*/ 1075810 h 1782257"/>
              <a:gd name="connsiteX4" fmla="*/ 951542 w 1977846"/>
              <a:gd name="connsiteY4" fmla="*/ 1289842 h 1782257"/>
              <a:gd name="connsiteX5" fmla="*/ 1800016 w 1977846"/>
              <a:gd name="connsiteY5" fmla="*/ 1265003 h 1782257"/>
              <a:gd name="connsiteX6" fmla="*/ 1834251 w 1977846"/>
              <a:gd name="connsiteY6" fmla="*/ 1782257 h 1782257"/>
              <a:gd name="connsiteX7" fmla="*/ 0 w 1977846"/>
              <a:gd name="connsiteY7" fmla="*/ 1782257 h 1782257"/>
              <a:gd name="connsiteX8" fmla="*/ 0 w 1977846"/>
              <a:gd name="connsiteY8" fmla="*/ 0 h 1782257"/>
              <a:gd name="connsiteX0" fmla="*/ 0 w 1977846"/>
              <a:gd name="connsiteY0" fmla="*/ 0 h 1782257"/>
              <a:gd name="connsiteX1" fmla="*/ 195332 w 1977846"/>
              <a:gd name="connsiteY1" fmla="*/ 422320 h 1782257"/>
              <a:gd name="connsiteX2" fmla="*/ 346109 w 1977846"/>
              <a:gd name="connsiteY2" fmla="*/ 753036 h 1782257"/>
              <a:gd name="connsiteX3" fmla="*/ 552054 w 1977846"/>
              <a:gd name="connsiteY3" fmla="*/ 1085335 h 1782257"/>
              <a:gd name="connsiteX4" fmla="*/ 951542 w 1977846"/>
              <a:gd name="connsiteY4" fmla="*/ 1289842 h 1782257"/>
              <a:gd name="connsiteX5" fmla="*/ 1800016 w 1977846"/>
              <a:gd name="connsiteY5" fmla="*/ 1265003 h 1782257"/>
              <a:gd name="connsiteX6" fmla="*/ 1834251 w 1977846"/>
              <a:gd name="connsiteY6" fmla="*/ 1782257 h 1782257"/>
              <a:gd name="connsiteX7" fmla="*/ 0 w 1977846"/>
              <a:gd name="connsiteY7" fmla="*/ 1782257 h 1782257"/>
              <a:gd name="connsiteX8" fmla="*/ 0 w 1977846"/>
              <a:gd name="connsiteY8" fmla="*/ 0 h 1782257"/>
              <a:gd name="connsiteX0" fmla="*/ 0 w 1977846"/>
              <a:gd name="connsiteY0" fmla="*/ 0 h 1782257"/>
              <a:gd name="connsiteX1" fmla="*/ 195332 w 1977846"/>
              <a:gd name="connsiteY1" fmla="*/ 422320 h 1782257"/>
              <a:gd name="connsiteX2" fmla="*/ 346109 w 1977846"/>
              <a:gd name="connsiteY2" fmla="*/ 753036 h 1782257"/>
              <a:gd name="connsiteX3" fmla="*/ 552054 w 1977846"/>
              <a:gd name="connsiteY3" fmla="*/ 1085335 h 1782257"/>
              <a:gd name="connsiteX4" fmla="*/ 894392 w 1977846"/>
              <a:gd name="connsiteY4" fmla="*/ 1280317 h 1782257"/>
              <a:gd name="connsiteX5" fmla="*/ 1800016 w 1977846"/>
              <a:gd name="connsiteY5" fmla="*/ 1265003 h 1782257"/>
              <a:gd name="connsiteX6" fmla="*/ 1834251 w 1977846"/>
              <a:gd name="connsiteY6" fmla="*/ 1782257 h 1782257"/>
              <a:gd name="connsiteX7" fmla="*/ 0 w 1977846"/>
              <a:gd name="connsiteY7" fmla="*/ 1782257 h 1782257"/>
              <a:gd name="connsiteX8" fmla="*/ 0 w 1977846"/>
              <a:gd name="connsiteY8" fmla="*/ 0 h 1782257"/>
              <a:gd name="connsiteX0" fmla="*/ 0 w 1977846"/>
              <a:gd name="connsiteY0" fmla="*/ 0 h 1782257"/>
              <a:gd name="connsiteX1" fmla="*/ 195332 w 1977846"/>
              <a:gd name="connsiteY1" fmla="*/ 422320 h 1782257"/>
              <a:gd name="connsiteX2" fmla="*/ 346109 w 1977846"/>
              <a:gd name="connsiteY2" fmla="*/ 753036 h 1782257"/>
              <a:gd name="connsiteX3" fmla="*/ 552054 w 1977846"/>
              <a:gd name="connsiteY3" fmla="*/ 1085335 h 1782257"/>
              <a:gd name="connsiteX4" fmla="*/ 954717 w 1977846"/>
              <a:gd name="connsiteY4" fmla="*/ 1277142 h 1782257"/>
              <a:gd name="connsiteX5" fmla="*/ 1800016 w 1977846"/>
              <a:gd name="connsiteY5" fmla="*/ 1265003 h 1782257"/>
              <a:gd name="connsiteX6" fmla="*/ 1834251 w 1977846"/>
              <a:gd name="connsiteY6" fmla="*/ 1782257 h 1782257"/>
              <a:gd name="connsiteX7" fmla="*/ 0 w 1977846"/>
              <a:gd name="connsiteY7" fmla="*/ 1782257 h 1782257"/>
              <a:gd name="connsiteX8" fmla="*/ 0 w 1977846"/>
              <a:gd name="connsiteY8" fmla="*/ 0 h 1782257"/>
              <a:gd name="connsiteX0" fmla="*/ 0 w 1914350"/>
              <a:gd name="connsiteY0" fmla="*/ 0 h 1782257"/>
              <a:gd name="connsiteX1" fmla="*/ 195332 w 1914350"/>
              <a:gd name="connsiteY1" fmla="*/ 422320 h 1782257"/>
              <a:gd name="connsiteX2" fmla="*/ 346109 w 1914350"/>
              <a:gd name="connsiteY2" fmla="*/ 753036 h 1782257"/>
              <a:gd name="connsiteX3" fmla="*/ 552054 w 1914350"/>
              <a:gd name="connsiteY3" fmla="*/ 1085335 h 1782257"/>
              <a:gd name="connsiteX4" fmla="*/ 954717 w 1914350"/>
              <a:gd name="connsiteY4" fmla="*/ 1277142 h 1782257"/>
              <a:gd name="connsiteX5" fmla="*/ 1498391 w 1914350"/>
              <a:gd name="connsiteY5" fmla="*/ 1468203 h 1782257"/>
              <a:gd name="connsiteX6" fmla="*/ 1834251 w 1914350"/>
              <a:gd name="connsiteY6" fmla="*/ 1782257 h 1782257"/>
              <a:gd name="connsiteX7" fmla="*/ 0 w 1914350"/>
              <a:gd name="connsiteY7" fmla="*/ 1782257 h 1782257"/>
              <a:gd name="connsiteX8" fmla="*/ 0 w 1914350"/>
              <a:gd name="connsiteY8" fmla="*/ 0 h 1782257"/>
              <a:gd name="connsiteX0" fmla="*/ 0 w 1966389"/>
              <a:gd name="connsiteY0" fmla="*/ 0 h 1782257"/>
              <a:gd name="connsiteX1" fmla="*/ 195332 w 1966389"/>
              <a:gd name="connsiteY1" fmla="*/ 422320 h 1782257"/>
              <a:gd name="connsiteX2" fmla="*/ 346109 w 1966389"/>
              <a:gd name="connsiteY2" fmla="*/ 753036 h 1782257"/>
              <a:gd name="connsiteX3" fmla="*/ 552054 w 1966389"/>
              <a:gd name="connsiteY3" fmla="*/ 1085335 h 1782257"/>
              <a:gd name="connsiteX4" fmla="*/ 954717 w 1966389"/>
              <a:gd name="connsiteY4" fmla="*/ 1277142 h 1782257"/>
              <a:gd name="connsiteX5" fmla="*/ 1765091 w 1966389"/>
              <a:gd name="connsiteY5" fmla="*/ 1398353 h 1782257"/>
              <a:gd name="connsiteX6" fmla="*/ 1834251 w 1966389"/>
              <a:gd name="connsiteY6" fmla="*/ 1782257 h 1782257"/>
              <a:gd name="connsiteX7" fmla="*/ 0 w 1966389"/>
              <a:gd name="connsiteY7" fmla="*/ 1782257 h 1782257"/>
              <a:gd name="connsiteX8" fmla="*/ 0 w 1966389"/>
              <a:gd name="connsiteY8" fmla="*/ 0 h 1782257"/>
              <a:gd name="connsiteX0" fmla="*/ 9525 w 1966389"/>
              <a:gd name="connsiteY0" fmla="*/ 0 h 1807657"/>
              <a:gd name="connsiteX1" fmla="*/ 195332 w 1966389"/>
              <a:gd name="connsiteY1" fmla="*/ 447720 h 1807657"/>
              <a:gd name="connsiteX2" fmla="*/ 346109 w 1966389"/>
              <a:gd name="connsiteY2" fmla="*/ 778436 h 1807657"/>
              <a:gd name="connsiteX3" fmla="*/ 552054 w 1966389"/>
              <a:gd name="connsiteY3" fmla="*/ 1110735 h 1807657"/>
              <a:gd name="connsiteX4" fmla="*/ 954717 w 1966389"/>
              <a:gd name="connsiteY4" fmla="*/ 1302542 h 1807657"/>
              <a:gd name="connsiteX5" fmla="*/ 1765091 w 1966389"/>
              <a:gd name="connsiteY5" fmla="*/ 1423753 h 1807657"/>
              <a:gd name="connsiteX6" fmla="*/ 1834251 w 1966389"/>
              <a:gd name="connsiteY6" fmla="*/ 1807657 h 1807657"/>
              <a:gd name="connsiteX7" fmla="*/ 0 w 1966389"/>
              <a:gd name="connsiteY7" fmla="*/ 1807657 h 1807657"/>
              <a:gd name="connsiteX8" fmla="*/ 9525 w 1966389"/>
              <a:gd name="connsiteY8" fmla="*/ 0 h 1807657"/>
              <a:gd name="connsiteX0" fmla="*/ 9525 w 1944383"/>
              <a:gd name="connsiteY0" fmla="*/ 0 h 1807657"/>
              <a:gd name="connsiteX1" fmla="*/ 195332 w 1944383"/>
              <a:gd name="connsiteY1" fmla="*/ 447720 h 1807657"/>
              <a:gd name="connsiteX2" fmla="*/ 346109 w 1944383"/>
              <a:gd name="connsiteY2" fmla="*/ 778436 h 1807657"/>
              <a:gd name="connsiteX3" fmla="*/ 552054 w 1944383"/>
              <a:gd name="connsiteY3" fmla="*/ 1110735 h 1807657"/>
              <a:gd name="connsiteX4" fmla="*/ 954717 w 1944383"/>
              <a:gd name="connsiteY4" fmla="*/ 1302542 h 1807657"/>
              <a:gd name="connsiteX5" fmla="*/ 1523042 w 1944383"/>
              <a:gd name="connsiteY5" fmla="*/ 1356517 h 1807657"/>
              <a:gd name="connsiteX6" fmla="*/ 1765091 w 1944383"/>
              <a:gd name="connsiteY6" fmla="*/ 1423753 h 1807657"/>
              <a:gd name="connsiteX7" fmla="*/ 1834251 w 1944383"/>
              <a:gd name="connsiteY7" fmla="*/ 1807657 h 1807657"/>
              <a:gd name="connsiteX8" fmla="*/ 0 w 1944383"/>
              <a:gd name="connsiteY8" fmla="*/ 1807657 h 1807657"/>
              <a:gd name="connsiteX9" fmla="*/ 9525 w 1944383"/>
              <a:gd name="connsiteY9" fmla="*/ 0 h 1807657"/>
              <a:gd name="connsiteX0" fmla="*/ 9525 w 1944383"/>
              <a:gd name="connsiteY0" fmla="*/ 0 h 1807657"/>
              <a:gd name="connsiteX1" fmla="*/ 195332 w 1944383"/>
              <a:gd name="connsiteY1" fmla="*/ 447720 h 1807657"/>
              <a:gd name="connsiteX2" fmla="*/ 346109 w 1944383"/>
              <a:gd name="connsiteY2" fmla="*/ 778436 h 1807657"/>
              <a:gd name="connsiteX3" fmla="*/ 552054 w 1944383"/>
              <a:gd name="connsiteY3" fmla="*/ 1110735 h 1807657"/>
              <a:gd name="connsiteX4" fmla="*/ 954717 w 1944383"/>
              <a:gd name="connsiteY4" fmla="*/ 1302542 h 1807657"/>
              <a:gd name="connsiteX5" fmla="*/ 1503992 w 1944383"/>
              <a:gd name="connsiteY5" fmla="*/ 1369217 h 1807657"/>
              <a:gd name="connsiteX6" fmla="*/ 1765091 w 1944383"/>
              <a:gd name="connsiteY6" fmla="*/ 1423753 h 1807657"/>
              <a:gd name="connsiteX7" fmla="*/ 1834251 w 1944383"/>
              <a:gd name="connsiteY7" fmla="*/ 1807657 h 1807657"/>
              <a:gd name="connsiteX8" fmla="*/ 0 w 1944383"/>
              <a:gd name="connsiteY8" fmla="*/ 1807657 h 1807657"/>
              <a:gd name="connsiteX9" fmla="*/ 9525 w 1944383"/>
              <a:gd name="connsiteY9" fmla="*/ 0 h 1807657"/>
              <a:gd name="connsiteX0" fmla="*/ 9525 w 1971208"/>
              <a:gd name="connsiteY0" fmla="*/ 0 h 1807657"/>
              <a:gd name="connsiteX1" fmla="*/ 195332 w 1971208"/>
              <a:gd name="connsiteY1" fmla="*/ 447720 h 1807657"/>
              <a:gd name="connsiteX2" fmla="*/ 346109 w 1971208"/>
              <a:gd name="connsiteY2" fmla="*/ 778436 h 1807657"/>
              <a:gd name="connsiteX3" fmla="*/ 552054 w 1971208"/>
              <a:gd name="connsiteY3" fmla="*/ 1110735 h 1807657"/>
              <a:gd name="connsiteX4" fmla="*/ 954717 w 1971208"/>
              <a:gd name="connsiteY4" fmla="*/ 1302542 h 1807657"/>
              <a:gd name="connsiteX5" fmla="*/ 1503992 w 1971208"/>
              <a:gd name="connsiteY5" fmla="*/ 1369217 h 1807657"/>
              <a:gd name="connsiteX6" fmla="*/ 1860341 w 1971208"/>
              <a:gd name="connsiteY6" fmla="*/ 1369778 h 1807657"/>
              <a:gd name="connsiteX7" fmla="*/ 1834251 w 1971208"/>
              <a:gd name="connsiteY7" fmla="*/ 1807657 h 1807657"/>
              <a:gd name="connsiteX8" fmla="*/ 0 w 1971208"/>
              <a:gd name="connsiteY8" fmla="*/ 1807657 h 1807657"/>
              <a:gd name="connsiteX9" fmla="*/ 9525 w 1971208"/>
              <a:gd name="connsiteY9" fmla="*/ 0 h 1807657"/>
              <a:gd name="connsiteX0" fmla="*/ 9525 w 1956976"/>
              <a:gd name="connsiteY0" fmla="*/ 0 h 1807657"/>
              <a:gd name="connsiteX1" fmla="*/ 195332 w 1956976"/>
              <a:gd name="connsiteY1" fmla="*/ 447720 h 1807657"/>
              <a:gd name="connsiteX2" fmla="*/ 346109 w 1956976"/>
              <a:gd name="connsiteY2" fmla="*/ 778436 h 1807657"/>
              <a:gd name="connsiteX3" fmla="*/ 552054 w 1956976"/>
              <a:gd name="connsiteY3" fmla="*/ 1110735 h 1807657"/>
              <a:gd name="connsiteX4" fmla="*/ 954717 w 1956976"/>
              <a:gd name="connsiteY4" fmla="*/ 1302542 h 1807657"/>
              <a:gd name="connsiteX5" fmla="*/ 1503992 w 1956976"/>
              <a:gd name="connsiteY5" fmla="*/ 1369217 h 1807657"/>
              <a:gd name="connsiteX6" fmla="*/ 1860341 w 1956976"/>
              <a:gd name="connsiteY6" fmla="*/ 1369778 h 1807657"/>
              <a:gd name="connsiteX7" fmla="*/ 1834251 w 1956976"/>
              <a:gd name="connsiteY7" fmla="*/ 1807657 h 1807657"/>
              <a:gd name="connsiteX8" fmla="*/ 0 w 1956976"/>
              <a:gd name="connsiteY8" fmla="*/ 1807657 h 1807657"/>
              <a:gd name="connsiteX9" fmla="*/ 9525 w 1956976"/>
              <a:gd name="connsiteY9" fmla="*/ 0 h 1807657"/>
              <a:gd name="connsiteX0" fmla="*/ 9525 w 1860341"/>
              <a:gd name="connsiteY0" fmla="*/ 0 h 1807657"/>
              <a:gd name="connsiteX1" fmla="*/ 195332 w 1860341"/>
              <a:gd name="connsiteY1" fmla="*/ 447720 h 1807657"/>
              <a:gd name="connsiteX2" fmla="*/ 346109 w 1860341"/>
              <a:gd name="connsiteY2" fmla="*/ 778436 h 1807657"/>
              <a:gd name="connsiteX3" fmla="*/ 552054 w 1860341"/>
              <a:gd name="connsiteY3" fmla="*/ 1110735 h 1807657"/>
              <a:gd name="connsiteX4" fmla="*/ 954717 w 1860341"/>
              <a:gd name="connsiteY4" fmla="*/ 1302542 h 1807657"/>
              <a:gd name="connsiteX5" fmla="*/ 1503992 w 1860341"/>
              <a:gd name="connsiteY5" fmla="*/ 1369217 h 1807657"/>
              <a:gd name="connsiteX6" fmla="*/ 1860341 w 1860341"/>
              <a:gd name="connsiteY6" fmla="*/ 1369778 h 1807657"/>
              <a:gd name="connsiteX7" fmla="*/ 1834251 w 1860341"/>
              <a:gd name="connsiteY7" fmla="*/ 1807657 h 1807657"/>
              <a:gd name="connsiteX8" fmla="*/ 0 w 1860341"/>
              <a:gd name="connsiteY8" fmla="*/ 1807657 h 1807657"/>
              <a:gd name="connsiteX9" fmla="*/ 9525 w 1860341"/>
              <a:gd name="connsiteY9" fmla="*/ 0 h 1807657"/>
              <a:gd name="connsiteX0" fmla="*/ 9525 w 1860341"/>
              <a:gd name="connsiteY0" fmla="*/ 0 h 1807657"/>
              <a:gd name="connsiteX1" fmla="*/ 195332 w 1860341"/>
              <a:gd name="connsiteY1" fmla="*/ 447720 h 1807657"/>
              <a:gd name="connsiteX2" fmla="*/ 346109 w 1860341"/>
              <a:gd name="connsiteY2" fmla="*/ 778436 h 1807657"/>
              <a:gd name="connsiteX3" fmla="*/ 552054 w 1860341"/>
              <a:gd name="connsiteY3" fmla="*/ 1110735 h 1807657"/>
              <a:gd name="connsiteX4" fmla="*/ 954717 w 1860341"/>
              <a:gd name="connsiteY4" fmla="*/ 1302542 h 1807657"/>
              <a:gd name="connsiteX5" fmla="*/ 1503992 w 1860341"/>
              <a:gd name="connsiteY5" fmla="*/ 1369217 h 1807657"/>
              <a:gd name="connsiteX6" fmla="*/ 1860341 w 1860341"/>
              <a:gd name="connsiteY6" fmla="*/ 1369778 h 1807657"/>
              <a:gd name="connsiteX7" fmla="*/ 1834251 w 1860341"/>
              <a:gd name="connsiteY7" fmla="*/ 1807657 h 1807657"/>
              <a:gd name="connsiteX8" fmla="*/ 0 w 1860341"/>
              <a:gd name="connsiteY8" fmla="*/ 1807657 h 1807657"/>
              <a:gd name="connsiteX9" fmla="*/ 9525 w 1860341"/>
              <a:gd name="connsiteY9" fmla="*/ 0 h 1807657"/>
              <a:gd name="connsiteX0" fmla="*/ 9525 w 1860341"/>
              <a:gd name="connsiteY0" fmla="*/ 0 h 1807657"/>
              <a:gd name="connsiteX1" fmla="*/ 195332 w 1860341"/>
              <a:gd name="connsiteY1" fmla="*/ 447720 h 1807657"/>
              <a:gd name="connsiteX2" fmla="*/ 346109 w 1860341"/>
              <a:gd name="connsiteY2" fmla="*/ 778436 h 1807657"/>
              <a:gd name="connsiteX3" fmla="*/ 552054 w 1860341"/>
              <a:gd name="connsiteY3" fmla="*/ 1110735 h 1807657"/>
              <a:gd name="connsiteX4" fmla="*/ 954717 w 1860341"/>
              <a:gd name="connsiteY4" fmla="*/ 1302542 h 1807657"/>
              <a:gd name="connsiteX5" fmla="*/ 1523042 w 1860341"/>
              <a:gd name="connsiteY5" fmla="*/ 1356517 h 1807657"/>
              <a:gd name="connsiteX6" fmla="*/ 1860341 w 1860341"/>
              <a:gd name="connsiteY6" fmla="*/ 1369778 h 1807657"/>
              <a:gd name="connsiteX7" fmla="*/ 1834251 w 1860341"/>
              <a:gd name="connsiteY7" fmla="*/ 1807657 h 1807657"/>
              <a:gd name="connsiteX8" fmla="*/ 0 w 1860341"/>
              <a:gd name="connsiteY8" fmla="*/ 1807657 h 1807657"/>
              <a:gd name="connsiteX9" fmla="*/ 9525 w 1860341"/>
              <a:gd name="connsiteY9" fmla="*/ 0 h 1807657"/>
              <a:gd name="connsiteX0" fmla="*/ 9525 w 1860341"/>
              <a:gd name="connsiteY0" fmla="*/ 0 h 1807657"/>
              <a:gd name="connsiteX1" fmla="*/ 195332 w 1860341"/>
              <a:gd name="connsiteY1" fmla="*/ 447720 h 1807657"/>
              <a:gd name="connsiteX2" fmla="*/ 346109 w 1860341"/>
              <a:gd name="connsiteY2" fmla="*/ 778436 h 1807657"/>
              <a:gd name="connsiteX3" fmla="*/ 552054 w 1860341"/>
              <a:gd name="connsiteY3" fmla="*/ 1110735 h 1807657"/>
              <a:gd name="connsiteX4" fmla="*/ 954717 w 1860341"/>
              <a:gd name="connsiteY4" fmla="*/ 1302542 h 1807657"/>
              <a:gd name="connsiteX5" fmla="*/ 1523042 w 1860341"/>
              <a:gd name="connsiteY5" fmla="*/ 1356517 h 1807657"/>
              <a:gd name="connsiteX6" fmla="*/ 1860341 w 1860341"/>
              <a:gd name="connsiteY6" fmla="*/ 1369778 h 1807657"/>
              <a:gd name="connsiteX7" fmla="*/ 1834251 w 1860341"/>
              <a:gd name="connsiteY7" fmla="*/ 1807657 h 1807657"/>
              <a:gd name="connsiteX8" fmla="*/ 0 w 1860341"/>
              <a:gd name="connsiteY8" fmla="*/ 1807657 h 1807657"/>
              <a:gd name="connsiteX9" fmla="*/ 9525 w 1860341"/>
              <a:gd name="connsiteY9" fmla="*/ 0 h 1807657"/>
              <a:gd name="connsiteX0" fmla="*/ 9525 w 1860341"/>
              <a:gd name="connsiteY0" fmla="*/ 0 h 1807657"/>
              <a:gd name="connsiteX1" fmla="*/ 195332 w 1860341"/>
              <a:gd name="connsiteY1" fmla="*/ 447720 h 1807657"/>
              <a:gd name="connsiteX2" fmla="*/ 346109 w 1860341"/>
              <a:gd name="connsiteY2" fmla="*/ 778436 h 1807657"/>
              <a:gd name="connsiteX3" fmla="*/ 552054 w 1860341"/>
              <a:gd name="connsiteY3" fmla="*/ 1110735 h 1807657"/>
              <a:gd name="connsiteX4" fmla="*/ 954717 w 1860341"/>
              <a:gd name="connsiteY4" fmla="*/ 1302542 h 1807657"/>
              <a:gd name="connsiteX5" fmla="*/ 1523042 w 1860341"/>
              <a:gd name="connsiteY5" fmla="*/ 1356517 h 1807657"/>
              <a:gd name="connsiteX6" fmla="*/ 1860341 w 1860341"/>
              <a:gd name="connsiteY6" fmla="*/ 1369778 h 1807657"/>
              <a:gd name="connsiteX7" fmla="*/ 1834251 w 1860341"/>
              <a:gd name="connsiteY7" fmla="*/ 1807657 h 1807657"/>
              <a:gd name="connsiteX8" fmla="*/ 0 w 1860341"/>
              <a:gd name="connsiteY8" fmla="*/ 1807657 h 1807657"/>
              <a:gd name="connsiteX9" fmla="*/ 9525 w 1860341"/>
              <a:gd name="connsiteY9" fmla="*/ 0 h 1807657"/>
              <a:gd name="connsiteX0" fmla="*/ 9525 w 1860341"/>
              <a:gd name="connsiteY0" fmla="*/ 0 h 1807657"/>
              <a:gd name="connsiteX1" fmla="*/ 195332 w 1860341"/>
              <a:gd name="connsiteY1" fmla="*/ 447720 h 1807657"/>
              <a:gd name="connsiteX2" fmla="*/ 346109 w 1860341"/>
              <a:gd name="connsiteY2" fmla="*/ 778436 h 1807657"/>
              <a:gd name="connsiteX3" fmla="*/ 552054 w 1860341"/>
              <a:gd name="connsiteY3" fmla="*/ 1110735 h 1807657"/>
              <a:gd name="connsiteX4" fmla="*/ 954717 w 1860341"/>
              <a:gd name="connsiteY4" fmla="*/ 1302542 h 1807657"/>
              <a:gd name="connsiteX5" fmla="*/ 1523042 w 1860341"/>
              <a:gd name="connsiteY5" fmla="*/ 1356517 h 1807657"/>
              <a:gd name="connsiteX6" fmla="*/ 1860341 w 1860341"/>
              <a:gd name="connsiteY6" fmla="*/ 1369778 h 1807657"/>
              <a:gd name="connsiteX7" fmla="*/ 1834251 w 1860341"/>
              <a:gd name="connsiteY7" fmla="*/ 1807657 h 1807657"/>
              <a:gd name="connsiteX8" fmla="*/ 0 w 1860341"/>
              <a:gd name="connsiteY8" fmla="*/ 1807657 h 1807657"/>
              <a:gd name="connsiteX9" fmla="*/ 9525 w 1860341"/>
              <a:gd name="connsiteY9" fmla="*/ 0 h 1807657"/>
              <a:gd name="connsiteX0" fmla="*/ 9525 w 1860341"/>
              <a:gd name="connsiteY0" fmla="*/ 0 h 1807657"/>
              <a:gd name="connsiteX1" fmla="*/ 195332 w 1860341"/>
              <a:gd name="connsiteY1" fmla="*/ 447720 h 1807657"/>
              <a:gd name="connsiteX2" fmla="*/ 346109 w 1860341"/>
              <a:gd name="connsiteY2" fmla="*/ 778436 h 1807657"/>
              <a:gd name="connsiteX3" fmla="*/ 552054 w 1860341"/>
              <a:gd name="connsiteY3" fmla="*/ 1110735 h 1807657"/>
              <a:gd name="connsiteX4" fmla="*/ 954717 w 1860341"/>
              <a:gd name="connsiteY4" fmla="*/ 1302542 h 1807657"/>
              <a:gd name="connsiteX5" fmla="*/ 1523042 w 1860341"/>
              <a:gd name="connsiteY5" fmla="*/ 1356517 h 1807657"/>
              <a:gd name="connsiteX6" fmla="*/ 1860341 w 1860341"/>
              <a:gd name="connsiteY6" fmla="*/ 1369778 h 1807657"/>
              <a:gd name="connsiteX7" fmla="*/ 1834251 w 1860341"/>
              <a:gd name="connsiteY7" fmla="*/ 1807657 h 1807657"/>
              <a:gd name="connsiteX8" fmla="*/ 0 w 1860341"/>
              <a:gd name="connsiteY8" fmla="*/ 1807657 h 1807657"/>
              <a:gd name="connsiteX9" fmla="*/ 9525 w 1860341"/>
              <a:gd name="connsiteY9" fmla="*/ 0 h 1807657"/>
              <a:gd name="connsiteX0" fmla="*/ 9525 w 1860341"/>
              <a:gd name="connsiteY0" fmla="*/ 0 h 1807657"/>
              <a:gd name="connsiteX1" fmla="*/ 195332 w 1860341"/>
              <a:gd name="connsiteY1" fmla="*/ 447720 h 1807657"/>
              <a:gd name="connsiteX2" fmla="*/ 323884 w 1860341"/>
              <a:gd name="connsiteY2" fmla="*/ 772086 h 1807657"/>
              <a:gd name="connsiteX3" fmla="*/ 552054 w 1860341"/>
              <a:gd name="connsiteY3" fmla="*/ 1110735 h 1807657"/>
              <a:gd name="connsiteX4" fmla="*/ 954717 w 1860341"/>
              <a:gd name="connsiteY4" fmla="*/ 1302542 h 1807657"/>
              <a:gd name="connsiteX5" fmla="*/ 1523042 w 1860341"/>
              <a:gd name="connsiteY5" fmla="*/ 1356517 h 1807657"/>
              <a:gd name="connsiteX6" fmla="*/ 1860341 w 1860341"/>
              <a:gd name="connsiteY6" fmla="*/ 1369778 h 1807657"/>
              <a:gd name="connsiteX7" fmla="*/ 1834251 w 1860341"/>
              <a:gd name="connsiteY7" fmla="*/ 1807657 h 1807657"/>
              <a:gd name="connsiteX8" fmla="*/ 0 w 1860341"/>
              <a:gd name="connsiteY8" fmla="*/ 1807657 h 1807657"/>
              <a:gd name="connsiteX9" fmla="*/ 9525 w 1860341"/>
              <a:gd name="connsiteY9" fmla="*/ 0 h 1807657"/>
              <a:gd name="connsiteX0" fmla="*/ 9525 w 1860341"/>
              <a:gd name="connsiteY0" fmla="*/ 0 h 1807657"/>
              <a:gd name="connsiteX1" fmla="*/ 195332 w 1860341"/>
              <a:gd name="connsiteY1" fmla="*/ 447720 h 1807657"/>
              <a:gd name="connsiteX2" fmla="*/ 349284 w 1860341"/>
              <a:gd name="connsiteY2" fmla="*/ 781611 h 1807657"/>
              <a:gd name="connsiteX3" fmla="*/ 552054 w 1860341"/>
              <a:gd name="connsiteY3" fmla="*/ 1110735 h 1807657"/>
              <a:gd name="connsiteX4" fmla="*/ 954717 w 1860341"/>
              <a:gd name="connsiteY4" fmla="*/ 1302542 h 1807657"/>
              <a:gd name="connsiteX5" fmla="*/ 1523042 w 1860341"/>
              <a:gd name="connsiteY5" fmla="*/ 1356517 h 1807657"/>
              <a:gd name="connsiteX6" fmla="*/ 1860341 w 1860341"/>
              <a:gd name="connsiteY6" fmla="*/ 1369778 h 1807657"/>
              <a:gd name="connsiteX7" fmla="*/ 1834251 w 1860341"/>
              <a:gd name="connsiteY7" fmla="*/ 1807657 h 1807657"/>
              <a:gd name="connsiteX8" fmla="*/ 0 w 1860341"/>
              <a:gd name="connsiteY8" fmla="*/ 1807657 h 1807657"/>
              <a:gd name="connsiteX9" fmla="*/ 9525 w 1860341"/>
              <a:gd name="connsiteY9" fmla="*/ 0 h 1807657"/>
              <a:gd name="connsiteX0" fmla="*/ 9525 w 1860341"/>
              <a:gd name="connsiteY0" fmla="*/ 0 h 1807657"/>
              <a:gd name="connsiteX1" fmla="*/ 195332 w 1860341"/>
              <a:gd name="connsiteY1" fmla="*/ 447720 h 1807657"/>
              <a:gd name="connsiteX2" fmla="*/ 349284 w 1860341"/>
              <a:gd name="connsiteY2" fmla="*/ 781611 h 1807657"/>
              <a:gd name="connsiteX3" fmla="*/ 552054 w 1860341"/>
              <a:gd name="connsiteY3" fmla="*/ 1110735 h 1807657"/>
              <a:gd name="connsiteX4" fmla="*/ 954717 w 1860341"/>
              <a:gd name="connsiteY4" fmla="*/ 1302542 h 1807657"/>
              <a:gd name="connsiteX5" fmla="*/ 1523042 w 1860341"/>
              <a:gd name="connsiteY5" fmla="*/ 1356517 h 1807657"/>
              <a:gd name="connsiteX6" fmla="*/ 1860341 w 1860341"/>
              <a:gd name="connsiteY6" fmla="*/ 1369778 h 1807657"/>
              <a:gd name="connsiteX7" fmla="*/ 1834251 w 1860341"/>
              <a:gd name="connsiteY7" fmla="*/ 1807657 h 1807657"/>
              <a:gd name="connsiteX8" fmla="*/ 0 w 1860341"/>
              <a:gd name="connsiteY8" fmla="*/ 1807657 h 1807657"/>
              <a:gd name="connsiteX9" fmla="*/ 9525 w 1860341"/>
              <a:gd name="connsiteY9" fmla="*/ 0 h 1807657"/>
              <a:gd name="connsiteX0" fmla="*/ 9525 w 1860341"/>
              <a:gd name="connsiteY0" fmla="*/ 0 h 1807657"/>
              <a:gd name="connsiteX1" fmla="*/ 185807 w 1860341"/>
              <a:gd name="connsiteY1" fmla="*/ 450895 h 1807657"/>
              <a:gd name="connsiteX2" fmla="*/ 349284 w 1860341"/>
              <a:gd name="connsiteY2" fmla="*/ 781611 h 1807657"/>
              <a:gd name="connsiteX3" fmla="*/ 552054 w 1860341"/>
              <a:gd name="connsiteY3" fmla="*/ 1110735 h 1807657"/>
              <a:gd name="connsiteX4" fmla="*/ 954717 w 1860341"/>
              <a:gd name="connsiteY4" fmla="*/ 1302542 h 1807657"/>
              <a:gd name="connsiteX5" fmla="*/ 1523042 w 1860341"/>
              <a:gd name="connsiteY5" fmla="*/ 1356517 h 1807657"/>
              <a:gd name="connsiteX6" fmla="*/ 1860341 w 1860341"/>
              <a:gd name="connsiteY6" fmla="*/ 1369778 h 1807657"/>
              <a:gd name="connsiteX7" fmla="*/ 1834251 w 1860341"/>
              <a:gd name="connsiteY7" fmla="*/ 1807657 h 1807657"/>
              <a:gd name="connsiteX8" fmla="*/ 0 w 1860341"/>
              <a:gd name="connsiteY8" fmla="*/ 1807657 h 1807657"/>
              <a:gd name="connsiteX9" fmla="*/ 9525 w 1860341"/>
              <a:gd name="connsiteY9" fmla="*/ 0 h 1807657"/>
              <a:gd name="connsiteX0" fmla="*/ 9525 w 1860341"/>
              <a:gd name="connsiteY0" fmla="*/ 0 h 1807657"/>
              <a:gd name="connsiteX1" fmla="*/ 201682 w 1860341"/>
              <a:gd name="connsiteY1" fmla="*/ 457245 h 1807657"/>
              <a:gd name="connsiteX2" fmla="*/ 349284 w 1860341"/>
              <a:gd name="connsiteY2" fmla="*/ 781611 h 1807657"/>
              <a:gd name="connsiteX3" fmla="*/ 552054 w 1860341"/>
              <a:gd name="connsiteY3" fmla="*/ 1110735 h 1807657"/>
              <a:gd name="connsiteX4" fmla="*/ 954717 w 1860341"/>
              <a:gd name="connsiteY4" fmla="*/ 1302542 h 1807657"/>
              <a:gd name="connsiteX5" fmla="*/ 1523042 w 1860341"/>
              <a:gd name="connsiteY5" fmla="*/ 1356517 h 1807657"/>
              <a:gd name="connsiteX6" fmla="*/ 1860341 w 1860341"/>
              <a:gd name="connsiteY6" fmla="*/ 1369778 h 1807657"/>
              <a:gd name="connsiteX7" fmla="*/ 1834251 w 1860341"/>
              <a:gd name="connsiteY7" fmla="*/ 1807657 h 1807657"/>
              <a:gd name="connsiteX8" fmla="*/ 0 w 1860341"/>
              <a:gd name="connsiteY8" fmla="*/ 1807657 h 1807657"/>
              <a:gd name="connsiteX9" fmla="*/ 9525 w 1860341"/>
              <a:gd name="connsiteY9" fmla="*/ 0 h 1807657"/>
              <a:gd name="connsiteX0" fmla="*/ 9525 w 1860341"/>
              <a:gd name="connsiteY0" fmla="*/ 0 h 1807657"/>
              <a:gd name="connsiteX1" fmla="*/ 201682 w 1860341"/>
              <a:gd name="connsiteY1" fmla="*/ 457245 h 1807657"/>
              <a:gd name="connsiteX2" fmla="*/ 349284 w 1860341"/>
              <a:gd name="connsiteY2" fmla="*/ 781611 h 1807657"/>
              <a:gd name="connsiteX3" fmla="*/ 539354 w 1860341"/>
              <a:gd name="connsiteY3" fmla="*/ 1094860 h 1807657"/>
              <a:gd name="connsiteX4" fmla="*/ 954717 w 1860341"/>
              <a:gd name="connsiteY4" fmla="*/ 1302542 h 1807657"/>
              <a:gd name="connsiteX5" fmla="*/ 1523042 w 1860341"/>
              <a:gd name="connsiteY5" fmla="*/ 1356517 h 1807657"/>
              <a:gd name="connsiteX6" fmla="*/ 1860341 w 1860341"/>
              <a:gd name="connsiteY6" fmla="*/ 1369778 h 1807657"/>
              <a:gd name="connsiteX7" fmla="*/ 1834251 w 1860341"/>
              <a:gd name="connsiteY7" fmla="*/ 1807657 h 1807657"/>
              <a:gd name="connsiteX8" fmla="*/ 0 w 1860341"/>
              <a:gd name="connsiteY8" fmla="*/ 1807657 h 1807657"/>
              <a:gd name="connsiteX9" fmla="*/ 9525 w 1860341"/>
              <a:gd name="connsiteY9" fmla="*/ 0 h 1807657"/>
              <a:gd name="connsiteX0" fmla="*/ 9525 w 1860341"/>
              <a:gd name="connsiteY0" fmla="*/ 0 h 1807657"/>
              <a:gd name="connsiteX1" fmla="*/ 201682 w 1860341"/>
              <a:gd name="connsiteY1" fmla="*/ 457245 h 1807657"/>
              <a:gd name="connsiteX2" fmla="*/ 349284 w 1860341"/>
              <a:gd name="connsiteY2" fmla="*/ 781611 h 1807657"/>
              <a:gd name="connsiteX3" fmla="*/ 564754 w 1860341"/>
              <a:gd name="connsiteY3" fmla="*/ 1120260 h 1807657"/>
              <a:gd name="connsiteX4" fmla="*/ 954717 w 1860341"/>
              <a:gd name="connsiteY4" fmla="*/ 1302542 h 1807657"/>
              <a:gd name="connsiteX5" fmla="*/ 1523042 w 1860341"/>
              <a:gd name="connsiteY5" fmla="*/ 1356517 h 1807657"/>
              <a:gd name="connsiteX6" fmla="*/ 1860341 w 1860341"/>
              <a:gd name="connsiteY6" fmla="*/ 1369778 h 1807657"/>
              <a:gd name="connsiteX7" fmla="*/ 1834251 w 1860341"/>
              <a:gd name="connsiteY7" fmla="*/ 1807657 h 1807657"/>
              <a:gd name="connsiteX8" fmla="*/ 0 w 1860341"/>
              <a:gd name="connsiteY8" fmla="*/ 1807657 h 1807657"/>
              <a:gd name="connsiteX9" fmla="*/ 9525 w 1860341"/>
              <a:gd name="connsiteY9" fmla="*/ 0 h 1807657"/>
              <a:gd name="connsiteX0" fmla="*/ 9525 w 1860341"/>
              <a:gd name="connsiteY0" fmla="*/ 0 h 1807657"/>
              <a:gd name="connsiteX1" fmla="*/ 201682 w 1860341"/>
              <a:gd name="connsiteY1" fmla="*/ 457245 h 1807657"/>
              <a:gd name="connsiteX2" fmla="*/ 349284 w 1860341"/>
              <a:gd name="connsiteY2" fmla="*/ 781611 h 1807657"/>
              <a:gd name="connsiteX3" fmla="*/ 564754 w 1860341"/>
              <a:gd name="connsiteY3" fmla="*/ 1120260 h 1807657"/>
              <a:gd name="connsiteX4" fmla="*/ 954717 w 1860341"/>
              <a:gd name="connsiteY4" fmla="*/ 1302542 h 1807657"/>
              <a:gd name="connsiteX5" fmla="*/ 1523042 w 1860341"/>
              <a:gd name="connsiteY5" fmla="*/ 1356517 h 1807657"/>
              <a:gd name="connsiteX6" fmla="*/ 1860341 w 1860341"/>
              <a:gd name="connsiteY6" fmla="*/ 1369778 h 1807657"/>
              <a:gd name="connsiteX7" fmla="*/ 1834251 w 1860341"/>
              <a:gd name="connsiteY7" fmla="*/ 1807657 h 1807657"/>
              <a:gd name="connsiteX8" fmla="*/ 0 w 1860341"/>
              <a:gd name="connsiteY8" fmla="*/ 1807657 h 1807657"/>
              <a:gd name="connsiteX9" fmla="*/ 9525 w 1860341"/>
              <a:gd name="connsiteY9" fmla="*/ 0 h 1807657"/>
              <a:gd name="connsiteX0" fmla="*/ 9525 w 1850816"/>
              <a:gd name="connsiteY0" fmla="*/ 0 h 1807657"/>
              <a:gd name="connsiteX1" fmla="*/ 201682 w 1850816"/>
              <a:gd name="connsiteY1" fmla="*/ 457245 h 1807657"/>
              <a:gd name="connsiteX2" fmla="*/ 349284 w 1850816"/>
              <a:gd name="connsiteY2" fmla="*/ 781611 h 1807657"/>
              <a:gd name="connsiteX3" fmla="*/ 564754 w 1850816"/>
              <a:gd name="connsiteY3" fmla="*/ 1120260 h 1807657"/>
              <a:gd name="connsiteX4" fmla="*/ 954717 w 1850816"/>
              <a:gd name="connsiteY4" fmla="*/ 1302542 h 1807657"/>
              <a:gd name="connsiteX5" fmla="*/ 1523042 w 1850816"/>
              <a:gd name="connsiteY5" fmla="*/ 1356517 h 1807657"/>
              <a:gd name="connsiteX6" fmla="*/ 1850816 w 1850816"/>
              <a:gd name="connsiteY6" fmla="*/ 1353903 h 1807657"/>
              <a:gd name="connsiteX7" fmla="*/ 1834251 w 1850816"/>
              <a:gd name="connsiteY7" fmla="*/ 1807657 h 1807657"/>
              <a:gd name="connsiteX8" fmla="*/ 0 w 1850816"/>
              <a:gd name="connsiteY8" fmla="*/ 1807657 h 1807657"/>
              <a:gd name="connsiteX9" fmla="*/ 9525 w 1850816"/>
              <a:gd name="connsiteY9" fmla="*/ 0 h 1807657"/>
              <a:gd name="connsiteX0" fmla="*/ 9525 w 1850816"/>
              <a:gd name="connsiteY0" fmla="*/ 0 h 1807657"/>
              <a:gd name="connsiteX1" fmla="*/ 201682 w 1850816"/>
              <a:gd name="connsiteY1" fmla="*/ 457245 h 1807657"/>
              <a:gd name="connsiteX2" fmla="*/ 349284 w 1850816"/>
              <a:gd name="connsiteY2" fmla="*/ 781611 h 1807657"/>
              <a:gd name="connsiteX3" fmla="*/ 564754 w 1850816"/>
              <a:gd name="connsiteY3" fmla="*/ 1120260 h 1807657"/>
              <a:gd name="connsiteX4" fmla="*/ 954717 w 1850816"/>
              <a:gd name="connsiteY4" fmla="*/ 1302542 h 1807657"/>
              <a:gd name="connsiteX5" fmla="*/ 1523042 w 1850816"/>
              <a:gd name="connsiteY5" fmla="*/ 1356517 h 1807657"/>
              <a:gd name="connsiteX6" fmla="*/ 1850816 w 1850816"/>
              <a:gd name="connsiteY6" fmla="*/ 1353903 h 1807657"/>
              <a:gd name="connsiteX7" fmla="*/ 1834251 w 1850816"/>
              <a:gd name="connsiteY7" fmla="*/ 1807657 h 1807657"/>
              <a:gd name="connsiteX8" fmla="*/ 0 w 1850816"/>
              <a:gd name="connsiteY8" fmla="*/ 1807657 h 1807657"/>
              <a:gd name="connsiteX9" fmla="*/ 9525 w 1850816"/>
              <a:gd name="connsiteY9" fmla="*/ 0 h 1807657"/>
              <a:gd name="connsiteX0" fmla="*/ 9525 w 1850816"/>
              <a:gd name="connsiteY0" fmla="*/ 0 h 1807657"/>
              <a:gd name="connsiteX1" fmla="*/ 182632 w 1850816"/>
              <a:gd name="connsiteY1" fmla="*/ 451052 h 1807657"/>
              <a:gd name="connsiteX2" fmla="*/ 349284 w 1850816"/>
              <a:gd name="connsiteY2" fmla="*/ 781611 h 1807657"/>
              <a:gd name="connsiteX3" fmla="*/ 564754 w 1850816"/>
              <a:gd name="connsiteY3" fmla="*/ 1120260 h 1807657"/>
              <a:gd name="connsiteX4" fmla="*/ 954717 w 1850816"/>
              <a:gd name="connsiteY4" fmla="*/ 1302542 h 1807657"/>
              <a:gd name="connsiteX5" fmla="*/ 1523042 w 1850816"/>
              <a:gd name="connsiteY5" fmla="*/ 1356517 h 1807657"/>
              <a:gd name="connsiteX6" fmla="*/ 1850816 w 1850816"/>
              <a:gd name="connsiteY6" fmla="*/ 1353903 h 1807657"/>
              <a:gd name="connsiteX7" fmla="*/ 1834251 w 1850816"/>
              <a:gd name="connsiteY7" fmla="*/ 1807657 h 1807657"/>
              <a:gd name="connsiteX8" fmla="*/ 0 w 1850816"/>
              <a:gd name="connsiteY8" fmla="*/ 1807657 h 1807657"/>
              <a:gd name="connsiteX9" fmla="*/ 9525 w 1850816"/>
              <a:gd name="connsiteY9" fmla="*/ 0 h 1807657"/>
              <a:gd name="connsiteX0" fmla="*/ 9525 w 1850816"/>
              <a:gd name="connsiteY0" fmla="*/ 0 h 1807657"/>
              <a:gd name="connsiteX1" fmla="*/ 198507 w 1850816"/>
              <a:gd name="connsiteY1" fmla="*/ 457245 h 1807657"/>
              <a:gd name="connsiteX2" fmla="*/ 349284 w 1850816"/>
              <a:gd name="connsiteY2" fmla="*/ 781611 h 1807657"/>
              <a:gd name="connsiteX3" fmla="*/ 564754 w 1850816"/>
              <a:gd name="connsiteY3" fmla="*/ 1120260 h 1807657"/>
              <a:gd name="connsiteX4" fmla="*/ 954717 w 1850816"/>
              <a:gd name="connsiteY4" fmla="*/ 1302542 h 1807657"/>
              <a:gd name="connsiteX5" fmla="*/ 1523042 w 1850816"/>
              <a:gd name="connsiteY5" fmla="*/ 1356517 h 1807657"/>
              <a:gd name="connsiteX6" fmla="*/ 1850816 w 1850816"/>
              <a:gd name="connsiteY6" fmla="*/ 1353903 h 1807657"/>
              <a:gd name="connsiteX7" fmla="*/ 1834251 w 1850816"/>
              <a:gd name="connsiteY7" fmla="*/ 1807657 h 1807657"/>
              <a:gd name="connsiteX8" fmla="*/ 0 w 1850816"/>
              <a:gd name="connsiteY8" fmla="*/ 1807657 h 1807657"/>
              <a:gd name="connsiteX9" fmla="*/ 9525 w 1850816"/>
              <a:gd name="connsiteY9" fmla="*/ 0 h 1807657"/>
              <a:gd name="connsiteX0" fmla="*/ 9525 w 1850816"/>
              <a:gd name="connsiteY0" fmla="*/ 0 h 1807657"/>
              <a:gd name="connsiteX1" fmla="*/ 198507 w 1850816"/>
              <a:gd name="connsiteY1" fmla="*/ 457245 h 1807657"/>
              <a:gd name="connsiteX2" fmla="*/ 336584 w 1850816"/>
              <a:gd name="connsiteY2" fmla="*/ 784708 h 1807657"/>
              <a:gd name="connsiteX3" fmla="*/ 564754 w 1850816"/>
              <a:gd name="connsiteY3" fmla="*/ 1120260 h 1807657"/>
              <a:gd name="connsiteX4" fmla="*/ 954717 w 1850816"/>
              <a:gd name="connsiteY4" fmla="*/ 1302542 h 1807657"/>
              <a:gd name="connsiteX5" fmla="*/ 1523042 w 1850816"/>
              <a:gd name="connsiteY5" fmla="*/ 1356517 h 1807657"/>
              <a:gd name="connsiteX6" fmla="*/ 1850816 w 1850816"/>
              <a:gd name="connsiteY6" fmla="*/ 1353903 h 1807657"/>
              <a:gd name="connsiteX7" fmla="*/ 1834251 w 1850816"/>
              <a:gd name="connsiteY7" fmla="*/ 1807657 h 1807657"/>
              <a:gd name="connsiteX8" fmla="*/ 0 w 1850816"/>
              <a:gd name="connsiteY8" fmla="*/ 1807657 h 1807657"/>
              <a:gd name="connsiteX9" fmla="*/ 9525 w 1850816"/>
              <a:gd name="connsiteY9" fmla="*/ 0 h 1807657"/>
              <a:gd name="connsiteX0" fmla="*/ 9525 w 1850816"/>
              <a:gd name="connsiteY0" fmla="*/ 0 h 1807657"/>
              <a:gd name="connsiteX1" fmla="*/ 198507 w 1850816"/>
              <a:gd name="connsiteY1" fmla="*/ 413892 h 1807657"/>
              <a:gd name="connsiteX2" fmla="*/ 336584 w 1850816"/>
              <a:gd name="connsiteY2" fmla="*/ 784708 h 1807657"/>
              <a:gd name="connsiteX3" fmla="*/ 564754 w 1850816"/>
              <a:gd name="connsiteY3" fmla="*/ 1120260 h 1807657"/>
              <a:gd name="connsiteX4" fmla="*/ 954717 w 1850816"/>
              <a:gd name="connsiteY4" fmla="*/ 1302542 h 1807657"/>
              <a:gd name="connsiteX5" fmla="*/ 1523042 w 1850816"/>
              <a:gd name="connsiteY5" fmla="*/ 1356517 h 1807657"/>
              <a:gd name="connsiteX6" fmla="*/ 1850816 w 1850816"/>
              <a:gd name="connsiteY6" fmla="*/ 1353903 h 1807657"/>
              <a:gd name="connsiteX7" fmla="*/ 1834251 w 1850816"/>
              <a:gd name="connsiteY7" fmla="*/ 1807657 h 1807657"/>
              <a:gd name="connsiteX8" fmla="*/ 0 w 1850816"/>
              <a:gd name="connsiteY8" fmla="*/ 1807657 h 1807657"/>
              <a:gd name="connsiteX9" fmla="*/ 9525 w 1850816"/>
              <a:gd name="connsiteY9" fmla="*/ 0 h 1807657"/>
              <a:gd name="connsiteX0" fmla="*/ 9525 w 1850816"/>
              <a:gd name="connsiteY0" fmla="*/ 0 h 1807657"/>
              <a:gd name="connsiteX1" fmla="*/ 198507 w 1850816"/>
              <a:gd name="connsiteY1" fmla="*/ 413892 h 1807657"/>
              <a:gd name="connsiteX2" fmla="*/ 346109 w 1850816"/>
              <a:gd name="connsiteY2" fmla="*/ 722774 h 1807657"/>
              <a:gd name="connsiteX3" fmla="*/ 564754 w 1850816"/>
              <a:gd name="connsiteY3" fmla="*/ 1120260 h 1807657"/>
              <a:gd name="connsiteX4" fmla="*/ 954717 w 1850816"/>
              <a:gd name="connsiteY4" fmla="*/ 1302542 h 1807657"/>
              <a:gd name="connsiteX5" fmla="*/ 1523042 w 1850816"/>
              <a:gd name="connsiteY5" fmla="*/ 1356517 h 1807657"/>
              <a:gd name="connsiteX6" fmla="*/ 1850816 w 1850816"/>
              <a:gd name="connsiteY6" fmla="*/ 1353903 h 1807657"/>
              <a:gd name="connsiteX7" fmla="*/ 1834251 w 1850816"/>
              <a:gd name="connsiteY7" fmla="*/ 1807657 h 1807657"/>
              <a:gd name="connsiteX8" fmla="*/ 0 w 1850816"/>
              <a:gd name="connsiteY8" fmla="*/ 1807657 h 1807657"/>
              <a:gd name="connsiteX9" fmla="*/ 9525 w 1850816"/>
              <a:gd name="connsiteY9" fmla="*/ 0 h 1807657"/>
              <a:gd name="connsiteX0" fmla="*/ 9525 w 1850816"/>
              <a:gd name="connsiteY0" fmla="*/ 0 h 1807657"/>
              <a:gd name="connsiteX1" fmla="*/ 198507 w 1850816"/>
              <a:gd name="connsiteY1" fmla="*/ 413892 h 1807657"/>
              <a:gd name="connsiteX2" fmla="*/ 346109 w 1850816"/>
              <a:gd name="connsiteY2" fmla="*/ 722774 h 1807657"/>
              <a:gd name="connsiteX3" fmla="*/ 574279 w 1850816"/>
              <a:gd name="connsiteY3" fmla="*/ 1095487 h 1807657"/>
              <a:gd name="connsiteX4" fmla="*/ 954717 w 1850816"/>
              <a:gd name="connsiteY4" fmla="*/ 1302542 h 1807657"/>
              <a:gd name="connsiteX5" fmla="*/ 1523042 w 1850816"/>
              <a:gd name="connsiteY5" fmla="*/ 1356517 h 1807657"/>
              <a:gd name="connsiteX6" fmla="*/ 1850816 w 1850816"/>
              <a:gd name="connsiteY6" fmla="*/ 1353903 h 1807657"/>
              <a:gd name="connsiteX7" fmla="*/ 1834251 w 1850816"/>
              <a:gd name="connsiteY7" fmla="*/ 1807657 h 1807657"/>
              <a:gd name="connsiteX8" fmla="*/ 0 w 1850816"/>
              <a:gd name="connsiteY8" fmla="*/ 1807657 h 1807657"/>
              <a:gd name="connsiteX9" fmla="*/ 9525 w 1850816"/>
              <a:gd name="connsiteY9" fmla="*/ 0 h 1807657"/>
              <a:gd name="connsiteX0" fmla="*/ 9525 w 1850816"/>
              <a:gd name="connsiteY0" fmla="*/ 0 h 1807657"/>
              <a:gd name="connsiteX1" fmla="*/ 198507 w 1850816"/>
              <a:gd name="connsiteY1" fmla="*/ 413892 h 1807657"/>
              <a:gd name="connsiteX2" fmla="*/ 346109 w 1850816"/>
              <a:gd name="connsiteY2" fmla="*/ 722774 h 1807657"/>
              <a:gd name="connsiteX3" fmla="*/ 574279 w 1850816"/>
              <a:gd name="connsiteY3" fmla="*/ 1095487 h 1807657"/>
              <a:gd name="connsiteX4" fmla="*/ 926142 w 1850816"/>
              <a:gd name="connsiteY4" fmla="*/ 1280865 h 1807657"/>
              <a:gd name="connsiteX5" fmla="*/ 1523042 w 1850816"/>
              <a:gd name="connsiteY5" fmla="*/ 1356517 h 1807657"/>
              <a:gd name="connsiteX6" fmla="*/ 1850816 w 1850816"/>
              <a:gd name="connsiteY6" fmla="*/ 1353903 h 1807657"/>
              <a:gd name="connsiteX7" fmla="*/ 1834251 w 1850816"/>
              <a:gd name="connsiteY7" fmla="*/ 1807657 h 1807657"/>
              <a:gd name="connsiteX8" fmla="*/ 0 w 1850816"/>
              <a:gd name="connsiteY8" fmla="*/ 1807657 h 1807657"/>
              <a:gd name="connsiteX9" fmla="*/ 9525 w 1850816"/>
              <a:gd name="connsiteY9" fmla="*/ 0 h 1807657"/>
              <a:gd name="connsiteX0" fmla="*/ 9525 w 1850816"/>
              <a:gd name="connsiteY0" fmla="*/ 0 h 1807657"/>
              <a:gd name="connsiteX1" fmla="*/ 198507 w 1850816"/>
              <a:gd name="connsiteY1" fmla="*/ 413892 h 1807657"/>
              <a:gd name="connsiteX2" fmla="*/ 346109 w 1850816"/>
              <a:gd name="connsiteY2" fmla="*/ 722774 h 1807657"/>
              <a:gd name="connsiteX3" fmla="*/ 574279 w 1850816"/>
              <a:gd name="connsiteY3" fmla="*/ 1095487 h 1807657"/>
              <a:gd name="connsiteX4" fmla="*/ 916617 w 1850816"/>
              <a:gd name="connsiteY4" fmla="*/ 1256092 h 1807657"/>
              <a:gd name="connsiteX5" fmla="*/ 1523042 w 1850816"/>
              <a:gd name="connsiteY5" fmla="*/ 1356517 h 1807657"/>
              <a:gd name="connsiteX6" fmla="*/ 1850816 w 1850816"/>
              <a:gd name="connsiteY6" fmla="*/ 1353903 h 1807657"/>
              <a:gd name="connsiteX7" fmla="*/ 1834251 w 1850816"/>
              <a:gd name="connsiteY7" fmla="*/ 1807657 h 1807657"/>
              <a:gd name="connsiteX8" fmla="*/ 0 w 1850816"/>
              <a:gd name="connsiteY8" fmla="*/ 1807657 h 1807657"/>
              <a:gd name="connsiteX9" fmla="*/ 9525 w 1850816"/>
              <a:gd name="connsiteY9" fmla="*/ 0 h 1807657"/>
              <a:gd name="connsiteX0" fmla="*/ 9525 w 1850816"/>
              <a:gd name="connsiteY0" fmla="*/ 0 h 1807657"/>
              <a:gd name="connsiteX1" fmla="*/ 198507 w 1850816"/>
              <a:gd name="connsiteY1" fmla="*/ 413892 h 1807657"/>
              <a:gd name="connsiteX2" fmla="*/ 346109 w 1850816"/>
              <a:gd name="connsiteY2" fmla="*/ 722774 h 1807657"/>
              <a:gd name="connsiteX3" fmla="*/ 574279 w 1850816"/>
              <a:gd name="connsiteY3" fmla="*/ 1095487 h 1807657"/>
              <a:gd name="connsiteX4" fmla="*/ 916617 w 1850816"/>
              <a:gd name="connsiteY4" fmla="*/ 1256092 h 1807657"/>
              <a:gd name="connsiteX5" fmla="*/ 1538917 w 1850816"/>
              <a:gd name="connsiteY5" fmla="*/ 1334840 h 1807657"/>
              <a:gd name="connsiteX6" fmla="*/ 1850816 w 1850816"/>
              <a:gd name="connsiteY6" fmla="*/ 1353903 h 1807657"/>
              <a:gd name="connsiteX7" fmla="*/ 1834251 w 1850816"/>
              <a:gd name="connsiteY7" fmla="*/ 1807657 h 1807657"/>
              <a:gd name="connsiteX8" fmla="*/ 0 w 1850816"/>
              <a:gd name="connsiteY8" fmla="*/ 1807657 h 1807657"/>
              <a:gd name="connsiteX9" fmla="*/ 9525 w 1850816"/>
              <a:gd name="connsiteY9" fmla="*/ 0 h 1807657"/>
              <a:gd name="connsiteX0" fmla="*/ 9525 w 1844466"/>
              <a:gd name="connsiteY0" fmla="*/ 0 h 1807657"/>
              <a:gd name="connsiteX1" fmla="*/ 198507 w 1844466"/>
              <a:gd name="connsiteY1" fmla="*/ 413892 h 1807657"/>
              <a:gd name="connsiteX2" fmla="*/ 346109 w 1844466"/>
              <a:gd name="connsiteY2" fmla="*/ 722774 h 1807657"/>
              <a:gd name="connsiteX3" fmla="*/ 574279 w 1844466"/>
              <a:gd name="connsiteY3" fmla="*/ 1095487 h 1807657"/>
              <a:gd name="connsiteX4" fmla="*/ 916617 w 1844466"/>
              <a:gd name="connsiteY4" fmla="*/ 1256092 h 1807657"/>
              <a:gd name="connsiteX5" fmla="*/ 1538917 w 1844466"/>
              <a:gd name="connsiteY5" fmla="*/ 1334840 h 1807657"/>
              <a:gd name="connsiteX6" fmla="*/ 1844466 w 1844466"/>
              <a:gd name="connsiteY6" fmla="*/ 1316743 h 1807657"/>
              <a:gd name="connsiteX7" fmla="*/ 1834251 w 1844466"/>
              <a:gd name="connsiteY7" fmla="*/ 1807657 h 1807657"/>
              <a:gd name="connsiteX8" fmla="*/ 0 w 1844466"/>
              <a:gd name="connsiteY8" fmla="*/ 1807657 h 1807657"/>
              <a:gd name="connsiteX9" fmla="*/ 9525 w 1844466"/>
              <a:gd name="connsiteY9" fmla="*/ 0 h 1807657"/>
              <a:gd name="connsiteX0" fmla="*/ 9525 w 1844466"/>
              <a:gd name="connsiteY0" fmla="*/ 0 h 1835527"/>
              <a:gd name="connsiteX1" fmla="*/ 198507 w 1844466"/>
              <a:gd name="connsiteY1" fmla="*/ 413892 h 1835527"/>
              <a:gd name="connsiteX2" fmla="*/ 346109 w 1844466"/>
              <a:gd name="connsiteY2" fmla="*/ 722774 h 1835527"/>
              <a:gd name="connsiteX3" fmla="*/ 574279 w 1844466"/>
              <a:gd name="connsiteY3" fmla="*/ 1095487 h 1835527"/>
              <a:gd name="connsiteX4" fmla="*/ 916617 w 1844466"/>
              <a:gd name="connsiteY4" fmla="*/ 1256092 h 1835527"/>
              <a:gd name="connsiteX5" fmla="*/ 1538917 w 1844466"/>
              <a:gd name="connsiteY5" fmla="*/ 1334840 h 1835527"/>
              <a:gd name="connsiteX6" fmla="*/ 1844466 w 1844466"/>
              <a:gd name="connsiteY6" fmla="*/ 1316743 h 1835527"/>
              <a:gd name="connsiteX7" fmla="*/ 1834251 w 1844466"/>
              <a:gd name="connsiteY7" fmla="*/ 1835527 h 1835527"/>
              <a:gd name="connsiteX8" fmla="*/ 0 w 1844466"/>
              <a:gd name="connsiteY8" fmla="*/ 1807657 h 1835527"/>
              <a:gd name="connsiteX9" fmla="*/ 9525 w 1844466"/>
              <a:gd name="connsiteY9" fmla="*/ 0 h 1835527"/>
              <a:gd name="connsiteX0" fmla="*/ 9525 w 1844466"/>
              <a:gd name="connsiteY0" fmla="*/ 0 h 1835527"/>
              <a:gd name="connsiteX1" fmla="*/ 198507 w 1844466"/>
              <a:gd name="connsiteY1" fmla="*/ 413892 h 1835527"/>
              <a:gd name="connsiteX2" fmla="*/ 346109 w 1844466"/>
              <a:gd name="connsiteY2" fmla="*/ 722774 h 1835527"/>
              <a:gd name="connsiteX3" fmla="*/ 574279 w 1844466"/>
              <a:gd name="connsiteY3" fmla="*/ 1095487 h 1835527"/>
              <a:gd name="connsiteX4" fmla="*/ 916617 w 1844466"/>
              <a:gd name="connsiteY4" fmla="*/ 1256092 h 1835527"/>
              <a:gd name="connsiteX5" fmla="*/ 1538917 w 1844466"/>
              <a:gd name="connsiteY5" fmla="*/ 1334840 h 1835527"/>
              <a:gd name="connsiteX6" fmla="*/ 1844466 w 1844466"/>
              <a:gd name="connsiteY6" fmla="*/ 1316743 h 1835527"/>
              <a:gd name="connsiteX7" fmla="*/ 1834251 w 1844466"/>
              <a:gd name="connsiteY7" fmla="*/ 1835527 h 1835527"/>
              <a:gd name="connsiteX8" fmla="*/ 0 w 1844466"/>
              <a:gd name="connsiteY8" fmla="*/ 1835527 h 1835527"/>
              <a:gd name="connsiteX9" fmla="*/ 9525 w 1844466"/>
              <a:gd name="connsiteY9" fmla="*/ 0 h 1835527"/>
              <a:gd name="connsiteX0" fmla="*/ 9525 w 1844466"/>
              <a:gd name="connsiteY0" fmla="*/ 0 h 1847914"/>
              <a:gd name="connsiteX1" fmla="*/ 198507 w 1844466"/>
              <a:gd name="connsiteY1" fmla="*/ 413892 h 1847914"/>
              <a:gd name="connsiteX2" fmla="*/ 346109 w 1844466"/>
              <a:gd name="connsiteY2" fmla="*/ 722774 h 1847914"/>
              <a:gd name="connsiteX3" fmla="*/ 574279 w 1844466"/>
              <a:gd name="connsiteY3" fmla="*/ 1095487 h 1847914"/>
              <a:gd name="connsiteX4" fmla="*/ 916617 w 1844466"/>
              <a:gd name="connsiteY4" fmla="*/ 1256092 h 1847914"/>
              <a:gd name="connsiteX5" fmla="*/ 1538917 w 1844466"/>
              <a:gd name="connsiteY5" fmla="*/ 1334840 h 1847914"/>
              <a:gd name="connsiteX6" fmla="*/ 1844466 w 1844466"/>
              <a:gd name="connsiteY6" fmla="*/ 1316743 h 1847914"/>
              <a:gd name="connsiteX7" fmla="*/ 1831076 w 1844466"/>
              <a:gd name="connsiteY7" fmla="*/ 1847914 h 1847914"/>
              <a:gd name="connsiteX8" fmla="*/ 0 w 1844466"/>
              <a:gd name="connsiteY8" fmla="*/ 1835527 h 1847914"/>
              <a:gd name="connsiteX9" fmla="*/ 9525 w 1844466"/>
              <a:gd name="connsiteY9" fmla="*/ 0 h 1847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44466" h="1847914">
                <a:moveTo>
                  <a:pt x="9525" y="0"/>
                </a:moveTo>
                <a:cubicBezTo>
                  <a:pt x="56706" y="179620"/>
                  <a:pt x="148151" y="262847"/>
                  <a:pt x="198507" y="413892"/>
                </a:cubicBezTo>
                <a:lnTo>
                  <a:pt x="346109" y="722774"/>
                </a:lnTo>
                <a:cubicBezTo>
                  <a:pt x="442165" y="900177"/>
                  <a:pt x="469317" y="984088"/>
                  <a:pt x="574279" y="1095487"/>
                </a:cubicBezTo>
                <a:cubicBezTo>
                  <a:pt x="673597" y="1157438"/>
                  <a:pt x="707565" y="1213447"/>
                  <a:pt x="916617" y="1256092"/>
                </a:cubicBezTo>
                <a:cubicBezTo>
                  <a:pt x="1078448" y="1297056"/>
                  <a:pt x="1365755" y="1340038"/>
                  <a:pt x="1538917" y="1334840"/>
                </a:cubicBezTo>
                <a:cubicBezTo>
                  <a:pt x="1673979" y="1355042"/>
                  <a:pt x="1754498" y="1295528"/>
                  <a:pt x="1844466" y="1316743"/>
                </a:cubicBezTo>
                <a:cubicBezTo>
                  <a:pt x="1832834" y="1506233"/>
                  <a:pt x="1838231" y="1548793"/>
                  <a:pt x="1831076" y="1847914"/>
                </a:cubicBezTo>
                <a:lnTo>
                  <a:pt x="0" y="1835527"/>
                </a:lnTo>
                <a:lnTo>
                  <a:pt x="9525" y="0"/>
                </a:lnTo>
                <a:close/>
              </a:path>
            </a:pathLst>
          </a:custGeom>
          <a:solidFill>
            <a:srgbClr val="392D65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AEED606C-6EB3-D0D6-49B4-26D64BF954B4}"/>
              </a:ext>
            </a:extLst>
          </p:cNvPr>
          <p:cNvCxnSpPr>
            <a:cxnSpLocks/>
          </p:cNvCxnSpPr>
          <p:nvPr/>
        </p:nvCxnSpPr>
        <p:spPr>
          <a:xfrm>
            <a:off x="1417895" y="5383193"/>
            <a:ext cx="5498919" cy="0"/>
          </a:xfrm>
          <a:prstGeom prst="line">
            <a:avLst/>
          </a:prstGeom>
          <a:ln w="317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0EBA6AC6-45E5-024E-10D0-DD7B0F0CCC00}"/>
              </a:ext>
            </a:extLst>
          </p:cNvPr>
          <p:cNvCxnSpPr>
            <a:cxnSpLocks/>
          </p:cNvCxnSpPr>
          <p:nvPr/>
        </p:nvCxnSpPr>
        <p:spPr>
          <a:xfrm flipV="1">
            <a:off x="6604823" y="5317089"/>
            <a:ext cx="0" cy="45719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FFB014FB-E793-5F74-EA1E-1A4B94471632}"/>
              </a:ext>
            </a:extLst>
          </p:cNvPr>
          <p:cNvCxnSpPr>
            <a:cxnSpLocks/>
          </p:cNvCxnSpPr>
          <p:nvPr/>
        </p:nvCxnSpPr>
        <p:spPr>
          <a:xfrm flipV="1">
            <a:off x="6063166" y="5317089"/>
            <a:ext cx="0" cy="45719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602DFDA-F829-CE29-44E6-1EAE26E2A172}"/>
              </a:ext>
            </a:extLst>
          </p:cNvPr>
          <p:cNvCxnSpPr>
            <a:cxnSpLocks/>
          </p:cNvCxnSpPr>
          <p:nvPr/>
        </p:nvCxnSpPr>
        <p:spPr>
          <a:xfrm flipV="1">
            <a:off x="5521507" y="5317089"/>
            <a:ext cx="0" cy="45719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C29A41E-0DFE-B7EA-3883-AE6C0657686A}"/>
              </a:ext>
            </a:extLst>
          </p:cNvPr>
          <p:cNvCxnSpPr>
            <a:cxnSpLocks/>
          </p:cNvCxnSpPr>
          <p:nvPr/>
        </p:nvCxnSpPr>
        <p:spPr>
          <a:xfrm flipV="1">
            <a:off x="4979846" y="5317089"/>
            <a:ext cx="0" cy="45719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A3AC17C0-45B1-59CF-C648-6C74DFE9847D}"/>
              </a:ext>
            </a:extLst>
          </p:cNvPr>
          <p:cNvCxnSpPr>
            <a:cxnSpLocks/>
          </p:cNvCxnSpPr>
          <p:nvPr/>
        </p:nvCxnSpPr>
        <p:spPr>
          <a:xfrm flipV="1">
            <a:off x="4438186" y="5317089"/>
            <a:ext cx="0" cy="45719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B030D40B-C0BF-5506-6434-B763F22D9F57}"/>
              </a:ext>
            </a:extLst>
          </p:cNvPr>
          <p:cNvCxnSpPr>
            <a:cxnSpLocks/>
          </p:cNvCxnSpPr>
          <p:nvPr/>
        </p:nvCxnSpPr>
        <p:spPr>
          <a:xfrm flipV="1">
            <a:off x="3896527" y="5317089"/>
            <a:ext cx="0" cy="45719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77FA1F22-28FF-D145-347B-613D146D208E}"/>
              </a:ext>
            </a:extLst>
          </p:cNvPr>
          <p:cNvCxnSpPr>
            <a:cxnSpLocks/>
          </p:cNvCxnSpPr>
          <p:nvPr/>
        </p:nvCxnSpPr>
        <p:spPr>
          <a:xfrm flipV="1">
            <a:off x="3354866" y="5317089"/>
            <a:ext cx="0" cy="45719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723AA4C1-F884-2A99-B7B7-CFDB577466E0}"/>
              </a:ext>
            </a:extLst>
          </p:cNvPr>
          <p:cNvCxnSpPr>
            <a:cxnSpLocks/>
          </p:cNvCxnSpPr>
          <p:nvPr/>
        </p:nvCxnSpPr>
        <p:spPr>
          <a:xfrm flipV="1">
            <a:off x="2813206" y="5317089"/>
            <a:ext cx="0" cy="45719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3C6181FD-B9A1-740F-E1ED-055DB549E125}"/>
              </a:ext>
            </a:extLst>
          </p:cNvPr>
          <p:cNvCxnSpPr>
            <a:cxnSpLocks/>
          </p:cNvCxnSpPr>
          <p:nvPr/>
        </p:nvCxnSpPr>
        <p:spPr>
          <a:xfrm flipV="1">
            <a:off x="2271547" y="5317089"/>
            <a:ext cx="0" cy="45719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D6F44449-9295-A145-B7EB-1A905E5CB16C}"/>
              </a:ext>
            </a:extLst>
          </p:cNvPr>
          <p:cNvCxnSpPr>
            <a:cxnSpLocks/>
          </p:cNvCxnSpPr>
          <p:nvPr/>
        </p:nvCxnSpPr>
        <p:spPr>
          <a:xfrm flipV="1">
            <a:off x="1729886" y="5317089"/>
            <a:ext cx="0" cy="45719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4480E14-5529-11AC-6C88-16BB1C944CFC}"/>
              </a:ext>
            </a:extLst>
          </p:cNvPr>
          <p:cNvSpPr txBox="1"/>
          <p:nvPr/>
        </p:nvSpPr>
        <p:spPr>
          <a:xfrm>
            <a:off x="1553750" y="5498302"/>
            <a:ext cx="34625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pt-BR" sz="1600" dirty="0">
                <a:latin typeface="Roboto" panose="02000000000000000000" pitchFamily="2" charset="0"/>
                <a:ea typeface="Roboto" panose="02000000000000000000" pitchFamily="2" charset="0"/>
              </a:rPr>
              <a:t>120</a:t>
            </a:r>
            <a:endParaRPr lang="pt-BR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A3DF642-4AEE-0A0B-7FDD-618E505577DF}"/>
              </a:ext>
            </a:extLst>
          </p:cNvPr>
          <p:cNvSpPr txBox="1"/>
          <p:nvPr/>
        </p:nvSpPr>
        <p:spPr>
          <a:xfrm>
            <a:off x="2095236" y="5498302"/>
            <a:ext cx="34625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pt-BR" sz="1600" dirty="0">
                <a:latin typeface="Roboto" panose="02000000000000000000" pitchFamily="2" charset="0"/>
                <a:ea typeface="Roboto" panose="02000000000000000000" pitchFamily="2" charset="0"/>
              </a:rPr>
              <a:t>130</a:t>
            </a:r>
            <a:endParaRPr lang="pt-BR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7D7C6EF-D978-EAFF-0203-64D04AB12BFE}"/>
              </a:ext>
            </a:extLst>
          </p:cNvPr>
          <p:cNvSpPr txBox="1"/>
          <p:nvPr/>
        </p:nvSpPr>
        <p:spPr>
          <a:xfrm>
            <a:off x="2636720" y="5498302"/>
            <a:ext cx="34625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pt-BR" sz="1600" dirty="0">
                <a:latin typeface="Roboto" panose="02000000000000000000" pitchFamily="2" charset="0"/>
                <a:ea typeface="Roboto" panose="02000000000000000000" pitchFamily="2" charset="0"/>
              </a:rPr>
              <a:t>150</a:t>
            </a:r>
            <a:endParaRPr lang="pt-BR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38DCC3A-C00D-198D-2ADA-245482B47AB0}"/>
              </a:ext>
            </a:extLst>
          </p:cNvPr>
          <p:cNvSpPr txBox="1"/>
          <p:nvPr/>
        </p:nvSpPr>
        <p:spPr>
          <a:xfrm>
            <a:off x="3178204" y="5498302"/>
            <a:ext cx="34625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pt-BR" sz="1600" dirty="0">
                <a:latin typeface="Roboto" panose="02000000000000000000" pitchFamily="2" charset="0"/>
                <a:ea typeface="Roboto" panose="02000000000000000000" pitchFamily="2" charset="0"/>
              </a:rPr>
              <a:t>160</a:t>
            </a:r>
            <a:endParaRPr lang="pt-BR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5B79DCF-60E6-7EF4-5BED-780825A563C8}"/>
              </a:ext>
            </a:extLst>
          </p:cNvPr>
          <p:cNvSpPr txBox="1"/>
          <p:nvPr/>
        </p:nvSpPr>
        <p:spPr>
          <a:xfrm>
            <a:off x="3719691" y="5498302"/>
            <a:ext cx="34625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pt-BR" sz="1600" dirty="0">
                <a:latin typeface="Roboto" panose="02000000000000000000" pitchFamily="2" charset="0"/>
                <a:ea typeface="Roboto" panose="02000000000000000000" pitchFamily="2" charset="0"/>
              </a:rPr>
              <a:t>170</a:t>
            </a:r>
            <a:endParaRPr lang="pt-BR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7C18875-BD96-7660-5854-67B779E4B9F6}"/>
              </a:ext>
            </a:extLst>
          </p:cNvPr>
          <p:cNvSpPr txBox="1"/>
          <p:nvPr/>
        </p:nvSpPr>
        <p:spPr>
          <a:xfrm>
            <a:off x="4261178" y="5500935"/>
            <a:ext cx="34624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pt-BR" sz="1600" dirty="0">
                <a:latin typeface="Roboto" panose="02000000000000000000" pitchFamily="2" charset="0"/>
                <a:ea typeface="Roboto" panose="02000000000000000000" pitchFamily="2" charset="0"/>
              </a:rPr>
              <a:t>180</a:t>
            </a:r>
            <a:endParaRPr lang="pt-BR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DF28C92-5D16-7BF0-E563-62BCC36C2A87}"/>
              </a:ext>
            </a:extLst>
          </p:cNvPr>
          <p:cNvSpPr txBox="1"/>
          <p:nvPr/>
        </p:nvSpPr>
        <p:spPr>
          <a:xfrm>
            <a:off x="4802661" y="5520199"/>
            <a:ext cx="34624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pt-BR" sz="1600" dirty="0">
                <a:latin typeface="Roboto" panose="02000000000000000000" pitchFamily="2" charset="0"/>
                <a:ea typeface="Roboto" panose="02000000000000000000" pitchFamily="2" charset="0"/>
              </a:rPr>
              <a:t>190</a:t>
            </a:r>
            <a:endParaRPr lang="pt-BR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55BEF6A-FA2D-ABF1-292A-CAAC52979295}"/>
              </a:ext>
            </a:extLst>
          </p:cNvPr>
          <p:cNvSpPr txBox="1"/>
          <p:nvPr/>
        </p:nvSpPr>
        <p:spPr>
          <a:xfrm>
            <a:off x="5344150" y="5505417"/>
            <a:ext cx="34624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pt-BR" sz="1600" dirty="0">
                <a:latin typeface="Roboto" panose="02000000000000000000" pitchFamily="2" charset="0"/>
                <a:ea typeface="Roboto" panose="02000000000000000000" pitchFamily="2" charset="0"/>
              </a:rPr>
              <a:t>200</a:t>
            </a:r>
            <a:endParaRPr lang="pt-BR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21BAA3BB-C5CB-0901-E83E-E7878773497B}"/>
              </a:ext>
            </a:extLst>
          </p:cNvPr>
          <p:cNvSpPr txBox="1"/>
          <p:nvPr/>
        </p:nvSpPr>
        <p:spPr>
          <a:xfrm>
            <a:off x="5885635" y="5520199"/>
            <a:ext cx="34625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pt-BR" sz="1600" dirty="0">
                <a:latin typeface="Roboto" panose="02000000000000000000" pitchFamily="2" charset="0"/>
                <a:ea typeface="Roboto" panose="02000000000000000000" pitchFamily="2" charset="0"/>
              </a:rPr>
              <a:t>210</a:t>
            </a:r>
            <a:endParaRPr lang="pt-BR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BD3FBBE-C11A-FF54-5709-92BCC061EBD2}"/>
              </a:ext>
            </a:extLst>
          </p:cNvPr>
          <p:cNvSpPr txBox="1"/>
          <p:nvPr/>
        </p:nvSpPr>
        <p:spPr>
          <a:xfrm>
            <a:off x="6427124" y="5520199"/>
            <a:ext cx="34624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pt-BR" sz="1600" dirty="0">
                <a:latin typeface="Roboto" panose="02000000000000000000" pitchFamily="2" charset="0"/>
                <a:ea typeface="Roboto" panose="02000000000000000000" pitchFamily="2" charset="0"/>
              </a:rPr>
              <a:t>220</a:t>
            </a:r>
            <a:endParaRPr lang="pt-BR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9" name="Forma Livre: Forma 28">
            <a:extLst>
              <a:ext uri="{FF2B5EF4-FFF2-40B4-BE49-F238E27FC236}">
                <a16:creationId xmlns:a16="http://schemas.microsoft.com/office/drawing/2014/main" id="{3E5931A9-C3A2-B565-BA38-92DB0B713531}"/>
              </a:ext>
            </a:extLst>
          </p:cNvPr>
          <p:cNvSpPr/>
          <p:nvPr/>
        </p:nvSpPr>
        <p:spPr>
          <a:xfrm>
            <a:off x="2062267" y="3221287"/>
            <a:ext cx="4210174" cy="1630535"/>
          </a:xfrm>
          <a:custGeom>
            <a:avLst/>
            <a:gdLst>
              <a:gd name="connsiteX0" fmla="*/ 0 w 1390650"/>
              <a:gd name="connsiteY0" fmla="*/ 45923 h 45923"/>
              <a:gd name="connsiteX1" fmla="*/ 1390650 w 1390650"/>
              <a:gd name="connsiteY1" fmla="*/ 7823 h 45923"/>
              <a:gd name="connsiteX0" fmla="*/ 0 w 1390650"/>
              <a:gd name="connsiteY0" fmla="*/ 57849 h 57849"/>
              <a:gd name="connsiteX1" fmla="*/ 523785 w 1390650"/>
              <a:gd name="connsiteY1" fmla="*/ 6500 h 57849"/>
              <a:gd name="connsiteX2" fmla="*/ 1390650 w 1390650"/>
              <a:gd name="connsiteY2" fmla="*/ 19749 h 57849"/>
              <a:gd name="connsiteX0" fmla="*/ 0 w 1651000"/>
              <a:gd name="connsiteY0" fmla="*/ 95949 h 95949"/>
              <a:gd name="connsiteX1" fmla="*/ 784135 w 1651000"/>
              <a:gd name="connsiteY1" fmla="*/ 6500 h 95949"/>
              <a:gd name="connsiteX2" fmla="*/ 1651000 w 1651000"/>
              <a:gd name="connsiteY2" fmla="*/ 19749 h 95949"/>
              <a:gd name="connsiteX0" fmla="*/ 0 w 2619375"/>
              <a:gd name="connsiteY0" fmla="*/ 127699 h 127699"/>
              <a:gd name="connsiteX1" fmla="*/ 1752510 w 2619375"/>
              <a:gd name="connsiteY1" fmla="*/ 6500 h 127699"/>
              <a:gd name="connsiteX2" fmla="*/ 2619375 w 2619375"/>
              <a:gd name="connsiteY2" fmla="*/ 19749 h 127699"/>
              <a:gd name="connsiteX0" fmla="*/ 0 w 2619375"/>
              <a:gd name="connsiteY0" fmla="*/ 107950 h 107950"/>
              <a:gd name="connsiteX1" fmla="*/ 1057185 w 2619375"/>
              <a:gd name="connsiteY1" fmla="*/ 101051 h 107950"/>
              <a:gd name="connsiteX2" fmla="*/ 2619375 w 2619375"/>
              <a:gd name="connsiteY2" fmla="*/ 0 h 107950"/>
              <a:gd name="connsiteX0" fmla="*/ 0 w 2619375"/>
              <a:gd name="connsiteY0" fmla="*/ 107950 h 107950"/>
              <a:gd name="connsiteX1" fmla="*/ 1057185 w 2619375"/>
              <a:gd name="connsiteY1" fmla="*/ 101051 h 107950"/>
              <a:gd name="connsiteX2" fmla="*/ 1838236 w 2619375"/>
              <a:gd name="connsiteY2" fmla="*/ 12150 h 107950"/>
              <a:gd name="connsiteX3" fmla="*/ 2619375 w 2619375"/>
              <a:gd name="connsiteY3" fmla="*/ 0 h 107950"/>
              <a:gd name="connsiteX0" fmla="*/ 0 w 2619375"/>
              <a:gd name="connsiteY0" fmla="*/ 107950 h 107950"/>
              <a:gd name="connsiteX1" fmla="*/ 1057185 w 2619375"/>
              <a:gd name="connsiteY1" fmla="*/ 101051 h 107950"/>
              <a:gd name="connsiteX2" fmla="*/ 1844586 w 2619375"/>
              <a:gd name="connsiteY2" fmla="*/ 94700 h 107950"/>
              <a:gd name="connsiteX3" fmla="*/ 2619375 w 2619375"/>
              <a:gd name="connsiteY3" fmla="*/ 0 h 107950"/>
              <a:gd name="connsiteX0" fmla="*/ 0 w 2895600"/>
              <a:gd name="connsiteY0" fmla="*/ 18153 h 18245"/>
              <a:gd name="connsiteX1" fmla="*/ 1057185 w 2895600"/>
              <a:gd name="connsiteY1" fmla="*/ 11254 h 18245"/>
              <a:gd name="connsiteX2" fmla="*/ 1844586 w 2895600"/>
              <a:gd name="connsiteY2" fmla="*/ 4903 h 18245"/>
              <a:gd name="connsiteX3" fmla="*/ 2895600 w 2895600"/>
              <a:gd name="connsiteY3" fmla="*/ 18153 h 18245"/>
              <a:gd name="connsiteX0" fmla="*/ 0 w 2895600"/>
              <a:gd name="connsiteY0" fmla="*/ 18153 h 18245"/>
              <a:gd name="connsiteX1" fmla="*/ 1057185 w 2895600"/>
              <a:gd name="connsiteY1" fmla="*/ 11254 h 18245"/>
              <a:gd name="connsiteX2" fmla="*/ 1298485 w 2895600"/>
              <a:gd name="connsiteY2" fmla="*/ 1728 h 18245"/>
              <a:gd name="connsiteX3" fmla="*/ 1844586 w 2895600"/>
              <a:gd name="connsiteY3" fmla="*/ 4903 h 18245"/>
              <a:gd name="connsiteX4" fmla="*/ 2895600 w 2895600"/>
              <a:gd name="connsiteY4" fmla="*/ 18153 h 18245"/>
              <a:gd name="connsiteX0" fmla="*/ 0 w 2895600"/>
              <a:gd name="connsiteY0" fmla="*/ 924475 h 924567"/>
              <a:gd name="connsiteX1" fmla="*/ 1057185 w 2895600"/>
              <a:gd name="connsiteY1" fmla="*/ 917576 h 924567"/>
              <a:gd name="connsiteX2" fmla="*/ 1377860 w 2895600"/>
              <a:gd name="connsiteY2" fmla="*/ 0 h 924567"/>
              <a:gd name="connsiteX3" fmla="*/ 1844586 w 2895600"/>
              <a:gd name="connsiteY3" fmla="*/ 911225 h 924567"/>
              <a:gd name="connsiteX4" fmla="*/ 2895600 w 2895600"/>
              <a:gd name="connsiteY4" fmla="*/ 924475 h 924567"/>
              <a:gd name="connsiteX0" fmla="*/ 0 w 2895600"/>
              <a:gd name="connsiteY0" fmla="*/ 1557888 h 1557980"/>
              <a:gd name="connsiteX1" fmla="*/ 1057185 w 2895600"/>
              <a:gd name="connsiteY1" fmla="*/ 1550989 h 1557980"/>
              <a:gd name="connsiteX2" fmla="*/ 1454060 w 2895600"/>
              <a:gd name="connsiteY2" fmla="*/ 0 h 1557980"/>
              <a:gd name="connsiteX3" fmla="*/ 1844586 w 2895600"/>
              <a:gd name="connsiteY3" fmla="*/ 1544638 h 1557980"/>
              <a:gd name="connsiteX4" fmla="*/ 2895600 w 2895600"/>
              <a:gd name="connsiteY4" fmla="*/ 1557888 h 1557980"/>
              <a:gd name="connsiteX0" fmla="*/ 0 w 2895600"/>
              <a:gd name="connsiteY0" fmla="*/ 1557888 h 1557980"/>
              <a:gd name="connsiteX1" fmla="*/ 1057185 w 2895600"/>
              <a:gd name="connsiteY1" fmla="*/ 1550989 h 1557980"/>
              <a:gd name="connsiteX2" fmla="*/ 1454060 w 2895600"/>
              <a:gd name="connsiteY2" fmla="*/ 0 h 1557980"/>
              <a:gd name="connsiteX3" fmla="*/ 1844586 w 2895600"/>
              <a:gd name="connsiteY3" fmla="*/ 1544638 h 1557980"/>
              <a:gd name="connsiteX4" fmla="*/ 2895600 w 2895600"/>
              <a:gd name="connsiteY4" fmla="*/ 1557888 h 1557980"/>
              <a:gd name="connsiteX0" fmla="*/ 0 w 2895600"/>
              <a:gd name="connsiteY0" fmla="*/ 1557888 h 1557980"/>
              <a:gd name="connsiteX1" fmla="*/ 1057185 w 2895600"/>
              <a:gd name="connsiteY1" fmla="*/ 1550989 h 1557980"/>
              <a:gd name="connsiteX2" fmla="*/ 1454060 w 2895600"/>
              <a:gd name="connsiteY2" fmla="*/ 0 h 1557980"/>
              <a:gd name="connsiteX3" fmla="*/ 1844586 w 2895600"/>
              <a:gd name="connsiteY3" fmla="*/ 1544638 h 1557980"/>
              <a:gd name="connsiteX4" fmla="*/ 2895600 w 2895600"/>
              <a:gd name="connsiteY4" fmla="*/ 1557888 h 1557980"/>
              <a:gd name="connsiteX0" fmla="*/ 0 w 2895600"/>
              <a:gd name="connsiteY0" fmla="*/ 1557888 h 1557980"/>
              <a:gd name="connsiteX1" fmla="*/ 1057185 w 2895600"/>
              <a:gd name="connsiteY1" fmla="*/ 1550989 h 1557980"/>
              <a:gd name="connsiteX2" fmla="*/ 1454060 w 2895600"/>
              <a:gd name="connsiteY2" fmla="*/ 0 h 1557980"/>
              <a:gd name="connsiteX3" fmla="*/ 1844586 w 2895600"/>
              <a:gd name="connsiteY3" fmla="*/ 1544638 h 1557980"/>
              <a:gd name="connsiteX4" fmla="*/ 2895600 w 2895600"/>
              <a:gd name="connsiteY4" fmla="*/ 1557888 h 1557980"/>
              <a:gd name="connsiteX0" fmla="*/ 0 w 2895600"/>
              <a:gd name="connsiteY0" fmla="*/ 1557888 h 1557980"/>
              <a:gd name="connsiteX1" fmla="*/ 1057185 w 2895600"/>
              <a:gd name="connsiteY1" fmla="*/ 1550989 h 1557980"/>
              <a:gd name="connsiteX2" fmla="*/ 1446916 w 2895600"/>
              <a:gd name="connsiteY2" fmla="*/ 0 h 1557980"/>
              <a:gd name="connsiteX3" fmla="*/ 1844586 w 2895600"/>
              <a:gd name="connsiteY3" fmla="*/ 1544638 h 1557980"/>
              <a:gd name="connsiteX4" fmla="*/ 2895600 w 2895600"/>
              <a:gd name="connsiteY4" fmla="*/ 1557888 h 1557980"/>
              <a:gd name="connsiteX0" fmla="*/ 0 w 2895600"/>
              <a:gd name="connsiteY0" fmla="*/ 1557888 h 1557980"/>
              <a:gd name="connsiteX1" fmla="*/ 1057185 w 2895600"/>
              <a:gd name="connsiteY1" fmla="*/ 1550989 h 1557980"/>
              <a:gd name="connsiteX2" fmla="*/ 1446916 w 2895600"/>
              <a:gd name="connsiteY2" fmla="*/ 0 h 1557980"/>
              <a:gd name="connsiteX3" fmla="*/ 1844586 w 2895600"/>
              <a:gd name="connsiteY3" fmla="*/ 1544638 h 1557980"/>
              <a:gd name="connsiteX4" fmla="*/ 2895600 w 2895600"/>
              <a:gd name="connsiteY4" fmla="*/ 1557888 h 1557980"/>
              <a:gd name="connsiteX0" fmla="*/ 0 w 2895600"/>
              <a:gd name="connsiteY0" fmla="*/ 1557888 h 1558425"/>
              <a:gd name="connsiteX1" fmla="*/ 1057185 w 2895600"/>
              <a:gd name="connsiteY1" fmla="*/ 1550989 h 1558425"/>
              <a:gd name="connsiteX2" fmla="*/ 1446916 w 2895600"/>
              <a:gd name="connsiteY2" fmla="*/ 0 h 1558425"/>
              <a:gd name="connsiteX3" fmla="*/ 1844586 w 2895600"/>
              <a:gd name="connsiteY3" fmla="*/ 1544638 h 1558425"/>
              <a:gd name="connsiteX4" fmla="*/ 2895600 w 2895600"/>
              <a:gd name="connsiteY4" fmla="*/ 1557888 h 1558425"/>
              <a:gd name="connsiteX0" fmla="*/ 0 w 2895600"/>
              <a:gd name="connsiteY0" fmla="*/ 1557888 h 1557888"/>
              <a:gd name="connsiteX1" fmla="*/ 1057185 w 2895600"/>
              <a:gd name="connsiteY1" fmla="*/ 1550989 h 1557888"/>
              <a:gd name="connsiteX2" fmla="*/ 1446916 w 2895600"/>
              <a:gd name="connsiteY2" fmla="*/ 0 h 1557888"/>
              <a:gd name="connsiteX3" fmla="*/ 1858874 w 2895600"/>
              <a:gd name="connsiteY3" fmla="*/ 1513682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1057185 w 2895600"/>
              <a:gd name="connsiteY1" fmla="*/ 1550989 h 1557888"/>
              <a:gd name="connsiteX2" fmla="*/ 1446916 w 2895600"/>
              <a:gd name="connsiteY2" fmla="*/ 0 h 1557888"/>
              <a:gd name="connsiteX3" fmla="*/ 1858874 w 2895600"/>
              <a:gd name="connsiteY3" fmla="*/ 1513682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1057185 w 2895600"/>
              <a:gd name="connsiteY1" fmla="*/ 1550989 h 1557888"/>
              <a:gd name="connsiteX2" fmla="*/ 1446916 w 2895600"/>
              <a:gd name="connsiteY2" fmla="*/ 0 h 1557888"/>
              <a:gd name="connsiteX3" fmla="*/ 1858874 w 2895600"/>
              <a:gd name="connsiteY3" fmla="*/ 1513682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1057185 w 2895600"/>
              <a:gd name="connsiteY1" fmla="*/ 1550989 h 1557888"/>
              <a:gd name="connsiteX2" fmla="*/ 1446916 w 2895600"/>
              <a:gd name="connsiteY2" fmla="*/ 0 h 1557888"/>
              <a:gd name="connsiteX3" fmla="*/ 1858874 w 2895600"/>
              <a:gd name="connsiteY3" fmla="*/ 1513682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1057185 w 2895600"/>
              <a:gd name="connsiteY1" fmla="*/ 1550989 h 1557888"/>
              <a:gd name="connsiteX2" fmla="*/ 1446916 w 2895600"/>
              <a:gd name="connsiteY2" fmla="*/ 0 h 1557888"/>
              <a:gd name="connsiteX3" fmla="*/ 1818393 w 2895600"/>
              <a:gd name="connsiteY3" fmla="*/ 1516064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1057185 w 2895600"/>
              <a:gd name="connsiteY1" fmla="*/ 1550989 h 1557888"/>
              <a:gd name="connsiteX2" fmla="*/ 1446916 w 2895600"/>
              <a:gd name="connsiteY2" fmla="*/ 0 h 1557888"/>
              <a:gd name="connsiteX3" fmla="*/ 1818393 w 2895600"/>
              <a:gd name="connsiteY3" fmla="*/ 1516064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1057185 w 2895600"/>
              <a:gd name="connsiteY1" fmla="*/ 1550989 h 1557888"/>
              <a:gd name="connsiteX2" fmla="*/ 1446916 w 2895600"/>
              <a:gd name="connsiteY2" fmla="*/ 0 h 1557888"/>
              <a:gd name="connsiteX3" fmla="*/ 1818393 w 2895600"/>
              <a:gd name="connsiteY3" fmla="*/ 1516064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1057185 w 2895600"/>
              <a:gd name="connsiteY1" fmla="*/ 1550989 h 1557888"/>
              <a:gd name="connsiteX2" fmla="*/ 1446916 w 2895600"/>
              <a:gd name="connsiteY2" fmla="*/ 0 h 1557888"/>
              <a:gd name="connsiteX3" fmla="*/ 1818393 w 2895600"/>
              <a:gd name="connsiteY3" fmla="*/ 1516064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1054804 w 2895600"/>
              <a:gd name="connsiteY1" fmla="*/ 1524795 h 1557888"/>
              <a:gd name="connsiteX2" fmla="*/ 1446916 w 2895600"/>
              <a:gd name="connsiteY2" fmla="*/ 0 h 1557888"/>
              <a:gd name="connsiteX3" fmla="*/ 1818393 w 2895600"/>
              <a:gd name="connsiteY3" fmla="*/ 1516064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1054804 w 2895600"/>
              <a:gd name="connsiteY1" fmla="*/ 1524795 h 1557888"/>
              <a:gd name="connsiteX2" fmla="*/ 1446916 w 2895600"/>
              <a:gd name="connsiteY2" fmla="*/ 0 h 1557888"/>
              <a:gd name="connsiteX3" fmla="*/ 1818393 w 2895600"/>
              <a:gd name="connsiteY3" fmla="*/ 1516064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1054804 w 2895600"/>
              <a:gd name="connsiteY1" fmla="*/ 1524795 h 1557888"/>
              <a:gd name="connsiteX2" fmla="*/ 1446916 w 2895600"/>
              <a:gd name="connsiteY2" fmla="*/ 0 h 1557888"/>
              <a:gd name="connsiteX3" fmla="*/ 1818393 w 2895600"/>
              <a:gd name="connsiteY3" fmla="*/ 1516064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1054804 w 2895600"/>
              <a:gd name="connsiteY1" fmla="*/ 1524795 h 1557888"/>
              <a:gd name="connsiteX2" fmla="*/ 1446916 w 2895600"/>
              <a:gd name="connsiteY2" fmla="*/ 0 h 1557888"/>
              <a:gd name="connsiteX3" fmla="*/ 1818393 w 2895600"/>
              <a:gd name="connsiteY3" fmla="*/ 1516064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1054804 w 2895600"/>
              <a:gd name="connsiteY1" fmla="*/ 1524795 h 1557888"/>
              <a:gd name="connsiteX2" fmla="*/ 1446916 w 2895600"/>
              <a:gd name="connsiteY2" fmla="*/ 0 h 1557888"/>
              <a:gd name="connsiteX3" fmla="*/ 1818393 w 2895600"/>
              <a:gd name="connsiteY3" fmla="*/ 1516064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916691 w 2895600"/>
              <a:gd name="connsiteY1" fmla="*/ 1397082 h 1557888"/>
              <a:gd name="connsiteX2" fmla="*/ 1446916 w 2895600"/>
              <a:gd name="connsiteY2" fmla="*/ 0 h 1557888"/>
              <a:gd name="connsiteX3" fmla="*/ 1818393 w 2895600"/>
              <a:gd name="connsiteY3" fmla="*/ 1516064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916691 w 2895600"/>
              <a:gd name="connsiteY1" fmla="*/ 1397082 h 1557888"/>
              <a:gd name="connsiteX2" fmla="*/ 1446916 w 2895600"/>
              <a:gd name="connsiteY2" fmla="*/ 0 h 1557888"/>
              <a:gd name="connsiteX3" fmla="*/ 1818393 w 2895600"/>
              <a:gd name="connsiteY3" fmla="*/ 1516064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926216 w 2895600"/>
              <a:gd name="connsiteY1" fmla="*/ 1430191 h 1557888"/>
              <a:gd name="connsiteX2" fmla="*/ 1446916 w 2895600"/>
              <a:gd name="connsiteY2" fmla="*/ 0 h 1557888"/>
              <a:gd name="connsiteX3" fmla="*/ 1818393 w 2895600"/>
              <a:gd name="connsiteY3" fmla="*/ 1516064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926216 w 2895600"/>
              <a:gd name="connsiteY1" fmla="*/ 1430191 h 1557888"/>
              <a:gd name="connsiteX2" fmla="*/ 1446916 w 2895600"/>
              <a:gd name="connsiteY2" fmla="*/ 0 h 1557888"/>
              <a:gd name="connsiteX3" fmla="*/ 1818393 w 2895600"/>
              <a:gd name="connsiteY3" fmla="*/ 1516064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926216 w 2895600"/>
              <a:gd name="connsiteY1" fmla="*/ 1430191 h 1557888"/>
              <a:gd name="connsiteX2" fmla="*/ 1446916 w 2895600"/>
              <a:gd name="connsiteY2" fmla="*/ 0 h 1557888"/>
              <a:gd name="connsiteX3" fmla="*/ 1818393 w 2895600"/>
              <a:gd name="connsiteY3" fmla="*/ 1516064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604747 w 2895600"/>
              <a:gd name="connsiteY1" fmla="*/ 1453843 h 1557888"/>
              <a:gd name="connsiteX2" fmla="*/ 1446916 w 2895600"/>
              <a:gd name="connsiteY2" fmla="*/ 0 h 1557888"/>
              <a:gd name="connsiteX3" fmla="*/ 1818393 w 2895600"/>
              <a:gd name="connsiteY3" fmla="*/ 1516064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604747 w 2895600"/>
              <a:gd name="connsiteY1" fmla="*/ 1453843 h 1557888"/>
              <a:gd name="connsiteX2" fmla="*/ 1446916 w 2895600"/>
              <a:gd name="connsiteY2" fmla="*/ 0 h 1557888"/>
              <a:gd name="connsiteX3" fmla="*/ 1818393 w 2895600"/>
              <a:gd name="connsiteY3" fmla="*/ 1516064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604747 w 2895600"/>
              <a:gd name="connsiteY1" fmla="*/ 1453843 h 1557888"/>
              <a:gd name="connsiteX2" fmla="*/ 1446916 w 2895600"/>
              <a:gd name="connsiteY2" fmla="*/ 0 h 1557888"/>
              <a:gd name="connsiteX3" fmla="*/ 1818393 w 2895600"/>
              <a:gd name="connsiteY3" fmla="*/ 1516064 h 1557888"/>
              <a:gd name="connsiteX4" fmla="*/ 2895600 w 2895600"/>
              <a:gd name="connsiteY4" fmla="*/ 1557888 h 1557888"/>
              <a:gd name="connsiteX0" fmla="*/ 0 w 2895600"/>
              <a:gd name="connsiteY0" fmla="*/ 1557890 h 1557890"/>
              <a:gd name="connsiteX1" fmla="*/ 604747 w 2895600"/>
              <a:gd name="connsiteY1" fmla="*/ 1453845 h 1557890"/>
              <a:gd name="connsiteX2" fmla="*/ 1446916 w 2895600"/>
              <a:gd name="connsiteY2" fmla="*/ 2 h 1557890"/>
              <a:gd name="connsiteX3" fmla="*/ 1818393 w 2895600"/>
              <a:gd name="connsiteY3" fmla="*/ 1516066 h 1557890"/>
              <a:gd name="connsiteX4" fmla="*/ 2895600 w 2895600"/>
              <a:gd name="connsiteY4" fmla="*/ 1557890 h 1557890"/>
              <a:gd name="connsiteX0" fmla="*/ 0 w 2895600"/>
              <a:gd name="connsiteY0" fmla="*/ 1558154 h 1558154"/>
              <a:gd name="connsiteX1" fmla="*/ 604747 w 2895600"/>
              <a:gd name="connsiteY1" fmla="*/ 1454109 h 1558154"/>
              <a:gd name="connsiteX2" fmla="*/ 1446916 w 2895600"/>
              <a:gd name="connsiteY2" fmla="*/ 266 h 1558154"/>
              <a:gd name="connsiteX3" fmla="*/ 1818393 w 2895600"/>
              <a:gd name="connsiteY3" fmla="*/ 1516330 h 1558154"/>
              <a:gd name="connsiteX4" fmla="*/ 2895600 w 2895600"/>
              <a:gd name="connsiteY4" fmla="*/ 1558154 h 1558154"/>
              <a:gd name="connsiteX0" fmla="*/ 0 w 2895600"/>
              <a:gd name="connsiteY0" fmla="*/ 1558120 h 1558120"/>
              <a:gd name="connsiteX1" fmla="*/ 604747 w 2895600"/>
              <a:gd name="connsiteY1" fmla="*/ 1454075 h 1558120"/>
              <a:gd name="connsiteX2" fmla="*/ 1446916 w 2895600"/>
              <a:gd name="connsiteY2" fmla="*/ 232 h 1558120"/>
              <a:gd name="connsiteX3" fmla="*/ 1818393 w 2895600"/>
              <a:gd name="connsiteY3" fmla="*/ 1516296 h 1558120"/>
              <a:gd name="connsiteX4" fmla="*/ 2895600 w 2895600"/>
              <a:gd name="connsiteY4" fmla="*/ 1558120 h 1558120"/>
              <a:gd name="connsiteX0" fmla="*/ 0 w 2895600"/>
              <a:gd name="connsiteY0" fmla="*/ 1558066 h 1558066"/>
              <a:gd name="connsiteX1" fmla="*/ 604747 w 2895600"/>
              <a:gd name="connsiteY1" fmla="*/ 1454021 h 1558066"/>
              <a:gd name="connsiteX2" fmla="*/ 1446916 w 2895600"/>
              <a:gd name="connsiteY2" fmla="*/ 178 h 1558066"/>
              <a:gd name="connsiteX3" fmla="*/ 1963173 w 2895600"/>
              <a:gd name="connsiteY3" fmla="*/ 1349744 h 1558066"/>
              <a:gd name="connsiteX4" fmla="*/ 2895600 w 2895600"/>
              <a:gd name="connsiteY4" fmla="*/ 1558066 h 1558066"/>
              <a:gd name="connsiteX0" fmla="*/ 0 w 2895600"/>
              <a:gd name="connsiteY0" fmla="*/ 1392540 h 1392540"/>
              <a:gd name="connsiteX1" fmla="*/ 604747 w 2895600"/>
              <a:gd name="connsiteY1" fmla="*/ 1288495 h 1392540"/>
              <a:gd name="connsiteX2" fmla="*/ 1432628 w 2895600"/>
              <a:gd name="connsiteY2" fmla="*/ 206 h 1392540"/>
              <a:gd name="connsiteX3" fmla="*/ 1963173 w 2895600"/>
              <a:gd name="connsiteY3" fmla="*/ 1184218 h 1392540"/>
              <a:gd name="connsiteX4" fmla="*/ 2895600 w 2895600"/>
              <a:gd name="connsiteY4" fmla="*/ 1392540 h 1392540"/>
              <a:gd name="connsiteX0" fmla="*/ 0 w 2895600"/>
              <a:gd name="connsiteY0" fmla="*/ 1392647 h 1392647"/>
              <a:gd name="connsiteX1" fmla="*/ 604747 w 2895600"/>
              <a:gd name="connsiteY1" fmla="*/ 1288602 h 1392647"/>
              <a:gd name="connsiteX2" fmla="*/ 1432628 w 2895600"/>
              <a:gd name="connsiteY2" fmla="*/ 313 h 1392647"/>
              <a:gd name="connsiteX3" fmla="*/ 1996511 w 2895600"/>
              <a:gd name="connsiteY3" fmla="*/ 1160675 h 1392647"/>
              <a:gd name="connsiteX4" fmla="*/ 2895600 w 2895600"/>
              <a:gd name="connsiteY4" fmla="*/ 1392647 h 1392647"/>
              <a:gd name="connsiteX0" fmla="*/ 0 w 2895600"/>
              <a:gd name="connsiteY0" fmla="*/ 1392641 h 1392641"/>
              <a:gd name="connsiteX1" fmla="*/ 604747 w 2895600"/>
              <a:gd name="connsiteY1" fmla="*/ 1288596 h 1392641"/>
              <a:gd name="connsiteX2" fmla="*/ 1432628 w 2895600"/>
              <a:gd name="connsiteY2" fmla="*/ 307 h 1392641"/>
              <a:gd name="connsiteX3" fmla="*/ 1996511 w 2895600"/>
              <a:gd name="connsiteY3" fmla="*/ 1160669 h 1392641"/>
              <a:gd name="connsiteX4" fmla="*/ 2895600 w 2895600"/>
              <a:gd name="connsiteY4" fmla="*/ 1392641 h 1392641"/>
              <a:gd name="connsiteX0" fmla="*/ 0 w 2895600"/>
              <a:gd name="connsiteY0" fmla="*/ 1392339 h 1392339"/>
              <a:gd name="connsiteX1" fmla="*/ 604747 w 2895600"/>
              <a:gd name="connsiteY1" fmla="*/ 1288294 h 1392339"/>
              <a:gd name="connsiteX2" fmla="*/ 1432628 w 2895600"/>
              <a:gd name="connsiteY2" fmla="*/ 5 h 1392339"/>
              <a:gd name="connsiteX3" fmla="*/ 1996511 w 2895600"/>
              <a:gd name="connsiteY3" fmla="*/ 1160367 h 1392339"/>
              <a:gd name="connsiteX4" fmla="*/ 2895600 w 2895600"/>
              <a:gd name="connsiteY4" fmla="*/ 1392339 h 1392339"/>
              <a:gd name="connsiteX0" fmla="*/ 0 w 2869406"/>
              <a:gd name="connsiteY0" fmla="*/ 1392339 h 1392339"/>
              <a:gd name="connsiteX1" fmla="*/ 604747 w 2869406"/>
              <a:gd name="connsiteY1" fmla="*/ 1288294 h 1392339"/>
              <a:gd name="connsiteX2" fmla="*/ 1432628 w 2869406"/>
              <a:gd name="connsiteY2" fmla="*/ 5 h 1392339"/>
              <a:gd name="connsiteX3" fmla="*/ 1996511 w 2869406"/>
              <a:gd name="connsiteY3" fmla="*/ 1160367 h 1392339"/>
              <a:gd name="connsiteX4" fmla="*/ 2869406 w 2869406"/>
              <a:gd name="connsiteY4" fmla="*/ 1373419 h 1392339"/>
              <a:gd name="connsiteX0" fmla="*/ 0 w 2869406"/>
              <a:gd name="connsiteY0" fmla="*/ 1392339 h 1392339"/>
              <a:gd name="connsiteX1" fmla="*/ 604747 w 2869406"/>
              <a:gd name="connsiteY1" fmla="*/ 1288294 h 1392339"/>
              <a:gd name="connsiteX2" fmla="*/ 1432628 w 2869406"/>
              <a:gd name="connsiteY2" fmla="*/ 5 h 1392339"/>
              <a:gd name="connsiteX3" fmla="*/ 1996511 w 2869406"/>
              <a:gd name="connsiteY3" fmla="*/ 1160367 h 1392339"/>
              <a:gd name="connsiteX4" fmla="*/ 2869406 w 2869406"/>
              <a:gd name="connsiteY4" fmla="*/ 1373419 h 1392339"/>
              <a:gd name="connsiteX0" fmla="*/ 0 w 2869406"/>
              <a:gd name="connsiteY0" fmla="*/ 1392339 h 1393618"/>
              <a:gd name="connsiteX1" fmla="*/ 604747 w 2869406"/>
              <a:gd name="connsiteY1" fmla="*/ 1288294 h 1393618"/>
              <a:gd name="connsiteX2" fmla="*/ 1432628 w 2869406"/>
              <a:gd name="connsiteY2" fmla="*/ 5 h 1393618"/>
              <a:gd name="connsiteX3" fmla="*/ 1996511 w 2869406"/>
              <a:gd name="connsiteY3" fmla="*/ 1160367 h 1393618"/>
              <a:gd name="connsiteX4" fmla="*/ 2869406 w 2869406"/>
              <a:gd name="connsiteY4" fmla="*/ 1373419 h 1393618"/>
              <a:gd name="connsiteX0" fmla="*/ 0 w 2869406"/>
              <a:gd name="connsiteY0" fmla="*/ 1392339 h 1392339"/>
              <a:gd name="connsiteX1" fmla="*/ 604747 w 2869406"/>
              <a:gd name="connsiteY1" fmla="*/ 1288294 h 1392339"/>
              <a:gd name="connsiteX2" fmla="*/ 1432628 w 2869406"/>
              <a:gd name="connsiteY2" fmla="*/ 5 h 1392339"/>
              <a:gd name="connsiteX3" fmla="*/ 1996511 w 2869406"/>
              <a:gd name="connsiteY3" fmla="*/ 1160367 h 1392339"/>
              <a:gd name="connsiteX4" fmla="*/ 2869406 w 2869406"/>
              <a:gd name="connsiteY4" fmla="*/ 1373419 h 1392339"/>
              <a:gd name="connsiteX0" fmla="*/ 0 w 2869406"/>
              <a:gd name="connsiteY0" fmla="*/ 1392339 h 1392339"/>
              <a:gd name="connsiteX1" fmla="*/ 604747 w 2869406"/>
              <a:gd name="connsiteY1" fmla="*/ 1288294 h 1392339"/>
              <a:gd name="connsiteX2" fmla="*/ 1432628 w 2869406"/>
              <a:gd name="connsiteY2" fmla="*/ 5 h 1392339"/>
              <a:gd name="connsiteX3" fmla="*/ 1996511 w 2869406"/>
              <a:gd name="connsiteY3" fmla="*/ 1160367 h 1392339"/>
              <a:gd name="connsiteX4" fmla="*/ 2869406 w 2869406"/>
              <a:gd name="connsiteY4" fmla="*/ 1373419 h 1392339"/>
              <a:gd name="connsiteX0" fmla="*/ 0 w 2869406"/>
              <a:gd name="connsiteY0" fmla="*/ 1392341 h 1392341"/>
              <a:gd name="connsiteX1" fmla="*/ 604747 w 2869406"/>
              <a:gd name="connsiteY1" fmla="*/ 1288296 h 1392341"/>
              <a:gd name="connsiteX2" fmla="*/ 1432628 w 2869406"/>
              <a:gd name="connsiteY2" fmla="*/ 7 h 1392341"/>
              <a:gd name="connsiteX3" fmla="*/ 1996511 w 2869406"/>
              <a:gd name="connsiteY3" fmla="*/ 1160369 h 1392341"/>
              <a:gd name="connsiteX4" fmla="*/ 2869406 w 2869406"/>
              <a:gd name="connsiteY4" fmla="*/ 1373421 h 1392341"/>
              <a:gd name="connsiteX0" fmla="*/ 0 w 2869406"/>
              <a:gd name="connsiteY0" fmla="*/ 1392689 h 1392689"/>
              <a:gd name="connsiteX1" fmla="*/ 730953 w 2869406"/>
              <a:gd name="connsiteY1" fmla="*/ 1298105 h 1392689"/>
              <a:gd name="connsiteX2" fmla="*/ 1432628 w 2869406"/>
              <a:gd name="connsiteY2" fmla="*/ 355 h 1392689"/>
              <a:gd name="connsiteX3" fmla="*/ 1996511 w 2869406"/>
              <a:gd name="connsiteY3" fmla="*/ 1160717 h 1392689"/>
              <a:gd name="connsiteX4" fmla="*/ 2869406 w 2869406"/>
              <a:gd name="connsiteY4" fmla="*/ 1373769 h 1392689"/>
              <a:gd name="connsiteX0" fmla="*/ 0 w 2869406"/>
              <a:gd name="connsiteY0" fmla="*/ 1392504 h 1392504"/>
              <a:gd name="connsiteX1" fmla="*/ 788103 w 2869406"/>
              <a:gd name="connsiteY1" fmla="*/ 1255348 h 1392504"/>
              <a:gd name="connsiteX2" fmla="*/ 1432628 w 2869406"/>
              <a:gd name="connsiteY2" fmla="*/ 170 h 1392504"/>
              <a:gd name="connsiteX3" fmla="*/ 1996511 w 2869406"/>
              <a:gd name="connsiteY3" fmla="*/ 1160532 h 1392504"/>
              <a:gd name="connsiteX4" fmla="*/ 2869406 w 2869406"/>
              <a:gd name="connsiteY4" fmla="*/ 1373584 h 1392504"/>
              <a:gd name="connsiteX0" fmla="*/ 0 w 2869406"/>
              <a:gd name="connsiteY0" fmla="*/ 1392504 h 1392504"/>
              <a:gd name="connsiteX1" fmla="*/ 788103 w 2869406"/>
              <a:gd name="connsiteY1" fmla="*/ 1255348 h 1392504"/>
              <a:gd name="connsiteX2" fmla="*/ 1432628 w 2869406"/>
              <a:gd name="connsiteY2" fmla="*/ 170 h 1392504"/>
              <a:gd name="connsiteX3" fmla="*/ 1996511 w 2869406"/>
              <a:gd name="connsiteY3" fmla="*/ 1160532 h 1392504"/>
              <a:gd name="connsiteX4" fmla="*/ 2869406 w 2869406"/>
              <a:gd name="connsiteY4" fmla="*/ 1373584 h 1392504"/>
              <a:gd name="connsiteX0" fmla="*/ 0 w 2874169"/>
              <a:gd name="connsiteY0" fmla="*/ 1368854 h 1386449"/>
              <a:gd name="connsiteX1" fmla="*/ 792866 w 2874169"/>
              <a:gd name="connsiteY1" fmla="*/ 1255348 h 1386449"/>
              <a:gd name="connsiteX2" fmla="*/ 1437391 w 2874169"/>
              <a:gd name="connsiteY2" fmla="*/ 170 h 1386449"/>
              <a:gd name="connsiteX3" fmla="*/ 2001274 w 2874169"/>
              <a:gd name="connsiteY3" fmla="*/ 1160532 h 1386449"/>
              <a:gd name="connsiteX4" fmla="*/ 2874169 w 2874169"/>
              <a:gd name="connsiteY4" fmla="*/ 1373584 h 1386449"/>
              <a:gd name="connsiteX0" fmla="*/ 0 w 2874169"/>
              <a:gd name="connsiteY0" fmla="*/ 1368854 h 1386451"/>
              <a:gd name="connsiteX1" fmla="*/ 792866 w 2874169"/>
              <a:gd name="connsiteY1" fmla="*/ 1255348 h 1386451"/>
              <a:gd name="connsiteX2" fmla="*/ 1437391 w 2874169"/>
              <a:gd name="connsiteY2" fmla="*/ 170 h 1386451"/>
              <a:gd name="connsiteX3" fmla="*/ 2001274 w 2874169"/>
              <a:gd name="connsiteY3" fmla="*/ 1160532 h 1386451"/>
              <a:gd name="connsiteX4" fmla="*/ 2874169 w 2874169"/>
              <a:gd name="connsiteY4" fmla="*/ 1373584 h 1386451"/>
              <a:gd name="connsiteX0" fmla="*/ 0 w 2874169"/>
              <a:gd name="connsiteY0" fmla="*/ 1368854 h 1386449"/>
              <a:gd name="connsiteX1" fmla="*/ 792866 w 2874169"/>
              <a:gd name="connsiteY1" fmla="*/ 1255348 h 1386449"/>
              <a:gd name="connsiteX2" fmla="*/ 1437391 w 2874169"/>
              <a:gd name="connsiteY2" fmla="*/ 170 h 1386449"/>
              <a:gd name="connsiteX3" fmla="*/ 2010799 w 2874169"/>
              <a:gd name="connsiteY3" fmla="*/ 1160531 h 1386449"/>
              <a:gd name="connsiteX4" fmla="*/ 2874169 w 2874169"/>
              <a:gd name="connsiteY4" fmla="*/ 1373584 h 1386449"/>
              <a:gd name="connsiteX0" fmla="*/ 0 w 2874169"/>
              <a:gd name="connsiteY0" fmla="*/ 1368856 h 1386453"/>
              <a:gd name="connsiteX1" fmla="*/ 792866 w 2874169"/>
              <a:gd name="connsiteY1" fmla="*/ 1255350 h 1386453"/>
              <a:gd name="connsiteX2" fmla="*/ 1437391 w 2874169"/>
              <a:gd name="connsiteY2" fmla="*/ 172 h 1386453"/>
              <a:gd name="connsiteX3" fmla="*/ 2010799 w 2874169"/>
              <a:gd name="connsiteY3" fmla="*/ 1160533 h 1386453"/>
              <a:gd name="connsiteX4" fmla="*/ 2874169 w 2874169"/>
              <a:gd name="connsiteY4" fmla="*/ 1373586 h 1386453"/>
              <a:gd name="connsiteX0" fmla="*/ 0 w 2874169"/>
              <a:gd name="connsiteY0" fmla="*/ 1368856 h 1386755"/>
              <a:gd name="connsiteX1" fmla="*/ 792866 w 2874169"/>
              <a:gd name="connsiteY1" fmla="*/ 1255350 h 1386755"/>
              <a:gd name="connsiteX2" fmla="*/ 1437391 w 2874169"/>
              <a:gd name="connsiteY2" fmla="*/ 172 h 1386755"/>
              <a:gd name="connsiteX3" fmla="*/ 2010799 w 2874169"/>
              <a:gd name="connsiteY3" fmla="*/ 1160533 h 1386755"/>
              <a:gd name="connsiteX4" fmla="*/ 2874169 w 2874169"/>
              <a:gd name="connsiteY4" fmla="*/ 1373586 h 1386755"/>
              <a:gd name="connsiteX0" fmla="*/ 0 w 2874169"/>
              <a:gd name="connsiteY0" fmla="*/ 1368767 h 1388946"/>
              <a:gd name="connsiteX1" fmla="*/ 792866 w 2874169"/>
              <a:gd name="connsiteY1" fmla="*/ 1255261 h 1388946"/>
              <a:gd name="connsiteX2" fmla="*/ 1437391 w 2874169"/>
              <a:gd name="connsiteY2" fmla="*/ 83 h 1388946"/>
              <a:gd name="connsiteX3" fmla="*/ 2022705 w 2874169"/>
              <a:gd name="connsiteY3" fmla="*/ 1188826 h 1388946"/>
              <a:gd name="connsiteX4" fmla="*/ 2874169 w 2874169"/>
              <a:gd name="connsiteY4" fmla="*/ 1373497 h 1388946"/>
              <a:gd name="connsiteX0" fmla="*/ 0 w 2874169"/>
              <a:gd name="connsiteY0" fmla="*/ 1368821 h 1387407"/>
              <a:gd name="connsiteX1" fmla="*/ 792866 w 2874169"/>
              <a:gd name="connsiteY1" fmla="*/ 1255315 h 1387407"/>
              <a:gd name="connsiteX2" fmla="*/ 1437391 w 2874169"/>
              <a:gd name="connsiteY2" fmla="*/ 137 h 1387407"/>
              <a:gd name="connsiteX3" fmla="*/ 2020324 w 2874169"/>
              <a:gd name="connsiteY3" fmla="*/ 1169959 h 1387407"/>
              <a:gd name="connsiteX4" fmla="*/ 2874169 w 2874169"/>
              <a:gd name="connsiteY4" fmla="*/ 1373551 h 1387407"/>
              <a:gd name="connsiteX0" fmla="*/ 0 w 2874169"/>
              <a:gd name="connsiteY0" fmla="*/ 1368779 h 1388529"/>
              <a:gd name="connsiteX1" fmla="*/ 792866 w 2874169"/>
              <a:gd name="connsiteY1" fmla="*/ 1255273 h 1388529"/>
              <a:gd name="connsiteX2" fmla="*/ 1437391 w 2874169"/>
              <a:gd name="connsiteY2" fmla="*/ 95 h 1388529"/>
              <a:gd name="connsiteX3" fmla="*/ 2020324 w 2874169"/>
              <a:gd name="connsiteY3" fmla="*/ 1184108 h 1388529"/>
              <a:gd name="connsiteX4" fmla="*/ 2874169 w 2874169"/>
              <a:gd name="connsiteY4" fmla="*/ 1373509 h 1388529"/>
              <a:gd name="connsiteX0" fmla="*/ 0 w 2874169"/>
              <a:gd name="connsiteY0" fmla="*/ 1368779 h 1388926"/>
              <a:gd name="connsiteX1" fmla="*/ 792866 w 2874169"/>
              <a:gd name="connsiteY1" fmla="*/ 1255273 h 1388926"/>
              <a:gd name="connsiteX2" fmla="*/ 1437391 w 2874169"/>
              <a:gd name="connsiteY2" fmla="*/ 95 h 1388926"/>
              <a:gd name="connsiteX3" fmla="*/ 2020324 w 2874169"/>
              <a:gd name="connsiteY3" fmla="*/ 1184108 h 1388926"/>
              <a:gd name="connsiteX4" fmla="*/ 2874169 w 2874169"/>
              <a:gd name="connsiteY4" fmla="*/ 1373509 h 1388926"/>
              <a:gd name="connsiteX0" fmla="*/ 0 w 2874169"/>
              <a:gd name="connsiteY0" fmla="*/ 1368777 h 1388926"/>
              <a:gd name="connsiteX1" fmla="*/ 792866 w 2874169"/>
              <a:gd name="connsiteY1" fmla="*/ 1255271 h 1388926"/>
              <a:gd name="connsiteX2" fmla="*/ 1437391 w 2874169"/>
              <a:gd name="connsiteY2" fmla="*/ 93 h 1388926"/>
              <a:gd name="connsiteX3" fmla="*/ 2020324 w 2874169"/>
              <a:gd name="connsiteY3" fmla="*/ 1184106 h 1388926"/>
              <a:gd name="connsiteX4" fmla="*/ 2874169 w 2874169"/>
              <a:gd name="connsiteY4" fmla="*/ 1373507 h 1388926"/>
              <a:gd name="connsiteX0" fmla="*/ 0 w 2874169"/>
              <a:gd name="connsiteY0" fmla="*/ 1368777 h 1388924"/>
              <a:gd name="connsiteX1" fmla="*/ 792866 w 2874169"/>
              <a:gd name="connsiteY1" fmla="*/ 1255271 h 1388924"/>
              <a:gd name="connsiteX2" fmla="*/ 1437391 w 2874169"/>
              <a:gd name="connsiteY2" fmla="*/ 93 h 1388924"/>
              <a:gd name="connsiteX3" fmla="*/ 2020324 w 2874169"/>
              <a:gd name="connsiteY3" fmla="*/ 1184106 h 1388924"/>
              <a:gd name="connsiteX4" fmla="*/ 2874169 w 2874169"/>
              <a:gd name="connsiteY4" fmla="*/ 1373507 h 1388924"/>
              <a:gd name="connsiteX0" fmla="*/ 0 w 2874169"/>
              <a:gd name="connsiteY0" fmla="*/ 1368690 h 1388839"/>
              <a:gd name="connsiteX1" fmla="*/ 792866 w 2874169"/>
              <a:gd name="connsiteY1" fmla="*/ 1255184 h 1388839"/>
              <a:gd name="connsiteX2" fmla="*/ 1437391 w 2874169"/>
              <a:gd name="connsiteY2" fmla="*/ 6 h 1388839"/>
              <a:gd name="connsiteX3" fmla="*/ 2020324 w 2874169"/>
              <a:gd name="connsiteY3" fmla="*/ 1184019 h 1388839"/>
              <a:gd name="connsiteX4" fmla="*/ 2874169 w 2874169"/>
              <a:gd name="connsiteY4" fmla="*/ 1373420 h 1388839"/>
              <a:gd name="connsiteX0" fmla="*/ 0 w 2874169"/>
              <a:gd name="connsiteY0" fmla="*/ 1368688 h 1388835"/>
              <a:gd name="connsiteX1" fmla="*/ 792866 w 2874169"/>
              <a:gd name="connsiteY1" fmla="*/ 1255182 h 1388835"/>
              <a:gd name="connsiteX2" fmla="*/ 1437391 w 2874169"/>
              <a:gd name="connsiteY2" fmla="*/ 4 h 1388835"/>
              <a:gd name="connsiteX3" fmla="*/ 2020324 w 2874169"/>
              <a:gd name="connsiteY3" fmla="*/ 1184017 h 1388835"/>
              <a:gd name="connsiteX4" fmla="*/ 2874169 w 2874169"/>
              <a:gd name="connsiteY4" fmla="*/ 1373418 h 1388835"/>
              <a:gd name="connsiteX0" fmla="*/ 0 w 2874169"/>
              <a:gd name="connsiteY0" fmla="*/ 1368688 h 1388837"/>
              <a:gd name="connsiteX1" fmla="*/ 792866 w 2874169"/>
              <a:gd name="connsiteY1" fmla="*/ 1255182 h 1388837"/>
              <a:gd name="connsiteX2" fmla="*/ 1437391 w 2874169"/>
              <a:gd name="connsiteY2" fmla="*/ 4 h 1388837"/>
              <a:gd name="connsiteX3" fmla="*/ 2020324 w 2874169"/>
              <a:gd name="connsiteY3" fmla="*/ 1184017 h 1388837"/>
              <a:gd name="connsiteX4" fmla="*/ 2874169 w 2874169"/>
              <a:gd name="connsiteY4" fmla="*/ 1373418 h 1388837"/>
              <a:gd name="connsiteX0" fmla="*/ 0 w 2874169"/>
              <a:gd name="connsiteY0" fmla="*/ 1368688 h 1391280"/>
              <a:gd name="connsiteX1" fmla="*/ 792866 w 2874169"/>
              <a:gd name="connsiteY1" fmla="*/ 1255182 h 1391280"/>
              <a:gd name="connsiteX2" fmla="*/ 1437391 w 2874169"/>
              <a:gd name="connsiteY2" fmla="*/ 4 h 1391280"/>
              <a:gd name="connsiteX3" fmla="*/ 2020324 w 2874169"/>
              <a:gd name="connsiteY3" fmla="*/ 1184017 h 1391280"/>
              <a:gd name="connsiteX4" fmla="*/ 2874169 w 2874169"/>
              <a:gd name="connsiteY4" fmla="*/ 1373418 h 1391280"/>
              <a:gd name="connsiteX0" fmla="*/ 0 w 2874169"/>
              <a:gd name="connsiteY0" fmla="*/ 1368688 h 1391280"/>
              <a:gd name="connsiteX1" fmla="*/ 792866 w 2874169"/>
              <a:gd name="connsiteY1" fmla="*/ 1255182 h 1391280"/>
              <a:gd name="connsiteX2" fmla="*/ 1437391 w 2874169"/>
              <a:gd name="connsiteY2" fmla="*/ 4 h 1391280"/>
              <a:gd name="connsiteX3" fmla="*/ 2020324 w 2874169"/>
              <a:gd name="connsiteY3" fmla="*/ 1184017 h 1391280"/>
              <a:gd name="connsiteX4" fmla="*/ 2874169 w 2874169"/>
              <a:gd name="connsiteY4" fmla="*/ 1373418 h 1391280"/>
              <a:gd name="connsiteX0" fmla="*/ 0 w 2874169"/>
              <a:gd name="connsiteY0" fmla="*/ 1368688 h 1391280"/>
              <a:gd name="connsiteX1" fmla="*/ 792866 w 2874169"/>
              <a:gd name="connsiteY1" fmla="*/ 1255182 h 1391280"/>
              <a:gd name="connsiteX2" fmla="*/ 1437391 w 2874169"/>
              <a:gd name="connsiteY2" fmla="*/ 4 h 1391280"/>
              <a:gd name="connsiteX3" fmla="*/ 2020324 w 2874169"/>
              <a:gd name="connsiteY3" fmla="*/ 1184017 h 1391280"/>
              <a:gd name="connsiteX4" fmla="*/ 2874169 w 2874169"/>
              <a:gd name="connsiteY4" fmla="*/ 1373418 h 1391280"/>
              <a:gd name="connsiteX0" fmla="*/ 0 w 2874169"/>
              <a:gd name="connsiteY0" fmla="*/ 1368688 h 1391280"/>
              <a:gd name="connsiteX1" fmla="*/ 792866 w 2874169"/>
              <a:gd name="connsiteY1" fmla="*/ 1255182 h 1391280"/>
              <a:gd name="connsiteX2" fmla="*/ 1437391 w 2874169"/>
              <a:gd name="connsiteY2" fmla="*/ 4 h 1391280"/>
              <a:gd name="connsiteX3" fmla="*/ 2020324 w 2874169"/>
              <a:gd name="connsiteY3" fmla="*/ 1184017 h 1391280"/>
              <a:gd name="connsiteX4" fmla="*/ 2874169 w 2874169"/>
              <a:gd name="connsiteY4" fmla="*/ 1373418 h 139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74169" h="1391280">
                <a:moveTo>
                  <a:pt x="0" y="1368688"/>
                </a:moveTo>
                <a:cubicBezTo>
                  <a:pt x="375413" y="1376578"/>
                  <a:pt x="647249" y="1410103"/>
                  <a:pt x="792866" y="1255182"/>
                </a:cubicBezTo>
                <a:cubicBezTo>
                  <a:pt x="1016320" y="1006515"/>
                  <a:pt x="1232484" y="-2303"/>
                  <a:pt x="1437391" y="4"/>
                </a:cubicBezTo>
                <a:cubicBezTo>
                  <a:pt x="1644348" y="2334"/>
                  <a:pt x="1834422" y="995751"/>
                  <a:pt x="2020324" y="1184017"/>
                </a:cubicBezTo>
                <a:cubicBezTo>
                  <a:pt x="2174887" y="1349540"/>
                  <a:pt x="2433344" y="1429634"/>
                  <a:pt x="2874169" y="1373418"/>
                </a:cubicBezTo>
              </a:path>
            </a:pathLst>
          </a:custGeom>
          <a:noFill/>
          <a:ln cap="rnd">
            <a:solidFill>
              <a:srgbClr val="392D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F115C153-FDF3-D0C7-5A65-5FCEB859F36F}"/>
              </a:ext>
            </a:extLst>
          </p:cNvPr>
          <p:cNvCxnSpPr>
            <a:cxnSpLocks/>
          </p:cNvCxnSpPr>
          <p:nvPr/>
        </p:nvCxnSpPr>
        <p:spPr>
          <a:xfrm>
            <a:off x="4159504" y="2610249"/>
            <a:ext cx="0" cy="3291243"/>
          </a:xfrm>
          <a:prstGeom prst="line">
            <a:avLst/>
          </a:prstGeom>
          <a:ln cap="rnd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02DA4E1A-BCDD-5127-BADD-B3FD94B0738F}"/>
              </a:ext>
            </a:extLst>
          </p:cNvPr>
          <p:cNvSpPr txBox="1"/>
          <p:nvPr/>
        </p:nvSpPr>
        <p:spPr>
          <a:xfrm>
            <a:off x="2994564" y="1859798"/>
            <a:ext cx="232987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</a:rPr>
              <a:t>média=150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0A6184A-DF5F-66BD-B710-E4D0DF83CD5F}"/>
              </a:ext>
            </a:extLst>
          </p:cNvPr>
          <p:cNvSpPr txBox="1"/>
          <p:nvPr/>
        </p:nvSpPr>
        <p:spPr>
          <a:xfrm>
            <a:off x="3002414" y="2215288"/>
            <a:ext cx="232987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</a:rPr>
              <a:t>sigma=10</a:t>
            </a:r>
          </a:p>
        </p:txBody>
      </p:sp>
      <p:cxnSp>
        <p:nvCxnSpPr>
          <p:cNvPr id="32" name="Conector: Angulado 28">
            <a:extLst>
              <a:ext uri="{FF2B5EF4-FFF2-40B4-BE49-F238E27FC236}">
                <a16:creationId xmlns:a16="http://schemas.microsoft.com/office/drawing/2014/main" id="{2ECB672F-0B59-1FC3-7446-80CC98668927}"/>
              </a:ext>
            </a:extLst>
          </p:cNvPr>
          <p:cNvCxnSpPr>
            <a:cxnSpLocks/>
            <a:stCxn id="34" idx="1"/>
            <a:endCxn id="35" idx="0"/>
          </p:cNvCxnSpPr>
          <p:nvPr/>
        </p:nvCxnSpPr>
        <p:spPr>
          <a:xfrm rot="10800000" flipV="1">
            <a:off x="5258614" y="2946415"/>
            <a:ext cx="2186028" cy="2049200"/>
          </a:xfrm>
          <a:prstGeom prst="bentConnector2">
            <a:avLst/>
          </a:prstGeom>
          <a:ln w="22225" cap="rnd">
            <a:solidFill>
              <a:srgbClr val="C00000"/>
            </a:solidFill>
            <a:prstDash val="sys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bject 2">
            <a:extLst>
              <a:ext uri="{FF2B5EF4-FFF2-40B4-BE49-F238E27FC236}">
                <a16:creationId xmlns:a16="http://schemas.microsoft.com/office/drawing/2014/main" id="{8FE16513-457F-EB66-6ED9-1B3EDFF904EB}"/>
              </a:ext>
            </a:extLst>
          </p:cNvPr>
          <p:cNvSpPr/>
          <p:nvPr/>
        </p:nvSpPr>
        <p:spPr>
          <a:xfrm>
            <a:off x="7444642" y="2818647"/>
            <a:ext cx="3271672" cy="2555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buSzPct val="100000"/>
            </a:pPr>
            <a:r>
              <a:rPr lang="pt-BR" sz="1600" kern="0" spc="49" dirty="0">
                <a:solidFill>
                  <a:srgbClr val="000000">
                    <a:alpha val="80000"/>
                  </a:srgbClr>
                </a:solidFill>
                <a:latin typeface="Dreaming Outloud Pro" panose="03050502040302030504" pitchFamily="66" charset="0"/>
                <a:ea typeface="Source Sans Pro" pitchFamily="34" charset="-122"/>
                <a:cs typeface="Dreaming Outloud Pro" panose="03050502040302030504" pitchFamily="66" charset="0"/>
              </a:rPr>
              <a:t>Número de pessoas geradas aqui</a:t>
            </a:r>
            <a:endParaRPr lang="pt-BR" sz="1600" kern="0" spc="49" noProof="0" dirty="0">
              <a:solidFill>
                <a:srgbClr val="000000">
                  <a:alpha val="80000"/>
                </a:srgbClr>
              </a:solidFill>
              <a:latin typeface="Dreaming Outloud Pro" panose="03050502040302030504" pitchFamily="66" charset="0"/>
              <a:ea typeface="Source Sans Pro" pitchFamily="34" charset="-122"/>
              <a:cs typeface="Dreaming Outloud Pro" panose="03050502040302030504" pitchFamily="66" charset="0"/>
            </a:endParaRPr>
          </a:p>
        </p:txBody>
      </p: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D4AF2417-CCB7-DBF9-722D-7EBBA302E252}"/>
              </a:ext>
            </a:extLst>
          </p:cNvPr>
          <p:cNvCxnSpPr>
            <a:cxnSpLocks/>
          </p:cNvCxnSpPr>
          <p:nvPr/>
        </p:nvCxnSpPr>
        <p:spPr>
          <a:xfrm>
            <a:off x="7386851" y="3221287"/>
            <a:ext cx="3387255" cy="0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bject 2">
            <a:extLst>
              <a:ext uri="{FF2B5EF4-FFF2-40B4-BE49-F238E27FC236}">
                <a16:creationId xmlns:a16="http://schemas.microsoft.com/office/drawing/2014/main" id="{A268F66D-16CC-CFE7-BEED-CFFA6807080A}"/>
              </a:ext>
            </a:extLst>
          </p:cNvPr>
          <p:cNvSpPr/>
          <p:nvPr/>
        </p:nvSpPr>
        <p:spPr>
          <a:xfrm>
            <a:off x="7444642" y="3359439"/>
            <a:ext cx="3271672" cy="2555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buSzPct val="100000"/>
            </a:pPr>
            <a:r>
              <a:rPr lang="pt-BR" sz="1600" kern="0" spc="49" dirty="0">
                <a:solidFill>
                  <a:srgbClr val="000000">
                    <a:alpha val="80000"/>
                  </a:srgbClr>
                </a:solidFill>
                <a:latin typeface="Dreaming Outloud Pro" panose="03050502040302030504" pitchFamily="66" charset="0"/>
                <a:ea typeface="Source Sans Pro" pitchFamily="34" charset="-122"/>
                <a:cs typeface="Dreaming Outloud Pro" panose="03050502040302030504" pitchFamily="66" charset="0"/>
              </a:rPr>
              <a:t>Número total de pessoas simuladas</a:t>
            </a:r>
            <a:endParaRPr lang="pt-BR" sz="1600" kern="0" spc="49" noProof="0" dirty="0">
              <a:solidFill>
                <a:srgbClr val="000000">
                  <a:alpha val="80000"/>
                </a:srgbClr>
              </a:solidFill>
              <a:latin typeface="Dreaming Outloud Pro" panose="03050502040302030504" pitchFamily="66" charset="0"/>
              <a:ea typeface="Source Sans Pro" pitchFamily="34" charset="-122"/>
              <a:cs typeface="Dreaming Outloud Pro" panose="030505020403020305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406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2D6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739F4C-77FA-10FC-41F0-94DF52DE5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EDD530EF-8BB9-7684-7AC3-A963A58E46CA}"/>
              </a:ext>
            </a:extLst>
          </p:cNvPr>
          <p:cNvSpPr/>
          <p:nvPr/>
        </p:nvSpPr>
        <p:spPr>
          <a:xfrm>
            <a:off x="615820" y="2171809"/>
            <a:ext cx="7528539" cy="2514383"/>
          </a:xfrm>
          <a:prstGeom prst="rect">
            <a:avLst/>
          </a:prstGeom>
          <a:solidFill>
            <a:srgbClr val="392D64"/>
          </a:solidFill>
          <a:ln>
            <a:solidFill>
              <a:srgbClr val="392D64"/>
            </a:solidFill>
          </a:ln>
        </p:spPr>
        <p:txBody>
          <a:bodyPr wrap="square" lIns="0" tIns="0" rIns="0" bIns="0" rtlCol="0" anchor="t"/>
          <a:lstStyle/>
          <a:p>
            <a:pPr>
              <a:lnSpc>
                <a:spcPts val="7000"/>
              </a:lnSpc>
              <a:buSzPct val="100000"/>
            </a:pPr>
            <a:r>
              <a:rPr lang="pt-BR" sz="5400" kern="0" spc="49" noProof="0" dirty="0">
                <a:ln w="0">
                  <a:noFill/>
                </a:ln>
                <a:solidFill>
                  <a:schemeClr val="bg1">
                    <a:alpha val="50000"/>
                  </a:schemeClr>
                </a:solidFill>
                <a:latin typeface="Bebas Neue" panose="020B0606020202050201" pitchFamily="34" charset="77"/>
                <a:ea typeface="Source Sans Pro" panose="020B0503030403020204" pitchFamily="34" charset="0"/>
                <a:cs typeface="Times New Roman" panose="02020603050405020304" pitchFamily="18" charset="0"/>
              </a:rPr>
              <a:t>QUAL A PROBABILIDADE DE SE TER LUCRO maior que a média NO FINAL DO MÊS </a:t>
            </a:r>
            <a:r>
              <a:rPr lang="pt-BR" sz="5400" b="1" kern="0" spc="49" noProof="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Bebas Neue" panose="020B0606020202050201" pitchFamily="34" charset="77"/>
                <a:ea typeface="Source Sans Pro" panose="020B0503030403020204" pitchFamily="34" charset="0"/>
                <a:cs typeface="Times New Roman" panose="02020603050405020304" pitchFamily="18" charset="0"/>
              </a:rPr>
              <a:t>VENDENDO PICOLÉS</a:t>
            </a:r>
            <a:r>
              <a:rPr lang="pt-BR" sz="5400" kern="0" spc="49" noProof="0" dirty="0">
                <a:ln w="0">
                  <a:noFill/>
                </a:ln>
                <a:solidFill>
                  <a:schemeClr val="bg1">
                    <a:alpha val="50000"/>
                  </a:schemeClr>
                </a:solidFill>
                <a:latin typeface="Bebas Neue" panose="020B0606020202050201" pitchFamily="34" charset="77"/>
                <a:ea typeface="Source Sans Pro" panose="020B0503030403020204" pitchFamily="34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44472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36E3F-9D4B-BC38-7F85-43EAFD49A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6E4E6762-EEEA-C10B-A216-50202A3B9126}"/>
              </a:ext>
            </a:extLst>
          </p:cNvPr>
          <p:cNvSpPr/>
          <p:nvPr/>
        </p:nvSpPr>
        <p:spPr>
          <a:xfrm>
            <a:off x="0" y="479107"/>
            <a:ext cx="12188952" cy="5415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266"/>
              </a:lnSpc>
              <a:spcBef>
                <a:spcPts val="23"/>
              </a:spcBef>
              <a:buNone/>
            </a:pPr>
            <a:r>
              <a:rPr lang="pt-BR" sz="4690" b="1" kern="0" spc="47" noProof="0" dirty="0">
                <a:solidFill>
                  <a:srgbClr val="392D65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Passo 1: determinar as variáveis de incerteza</a:t>
            </a:r>
            <a:endParaRPr lang="pt-BR" sz="4690" noProof="0" dirty="0"/>
          </a:p>
        </p:txBody>
      </p:sp>
      <p:sp>
        <p:nvSpPr>
          <p:cNvPr id="25" name="Object 2">
            <a:extLst>
              <a:ext uri="{FF2B5EF4-FFF2-40B4-BE49-F238E27FC236}">
                <a16:creationId xmlns:a16="http://schemas.microsoft.com/office/drawing/2014/main" id="{18DA37A3-F6E7-20AD-3958-246B275C5D6A}"/>
              </a:ext>
            </a:extLst>
          </p:cNvPr>
          <p:cNvSpPr/>
          <p:nvPr/>
        </p:nvSpPr>
        <p:spPr>
          <a:xfrm>
            <a:off x="705743" y="2894056"/>
            <a:ext cx="5105615" cy="20152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457200" indent="-457200" algn="l">
              <a:lnSpc>
                <a:spcPts val="2800"/>
              </a:lnSpc>
              <a:spcBef>
                <a:spcPts val="600"/>
              </a:spcBef>
              <a:buSzPct val="100000"/>
              <a:buAutoNum type="arabicPeriod"/>
            </a:pPr>
            <a:r>
              <a:rPr lang="pt-BR" sz="2000" kern="0" spc="49" noProof="0" dirty="0"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Vamos </a:t>
            </a:r>
            <a:r>
              <a:rPr lang="pt-BR" sz="2000" kern="0" spc="49" noProof="0" dirty="0" err="1"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</a:t>
            </a:r>
            <a:r>
              <a:rPr lang="pt-BR" sz="2000" kern="0" spc="49" dirty="0" err="1"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omeçar</a:t>
            </a:r>
            <a:r>
              <a:rPr lang="pt-BR" sz="2000" kern="0" spc="49" dirty="0"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com uma única variável de incerteza</a:t>
            </a:r>
          </a:p>
          <a:p>
            <a:pPr marL="457200" indent="-457200" algn="l">
              <a:lnSpc>
                <a:spcPts val="2800"/>
              </a:lnSpc>
              <a:spcBef>
                <a:spcPts val="600"/>
              </a:spcBef>
              <a:buSzPct val="100000"/>
              <a:buAutoNum type="arabicPeriod"/>
            </a:pPr>
            <a:endParaRPr lang="pt-BR" sz="2000" b="1" kern="0" spc="49" noProof="0" dirty="0">
              <a:latin typeface="Source Sans Pro" pitchFamily="34" charset="0"/>
              <a:ea typeface="Source Sans Pro" pitchFamily="34" charset="-122"/>
              <a:cs typeface="Source Sans Pro" pitchFamily="34" charset="-120"/>
            </a:endParaRPr>
          </a:p>
          <a:p>
            <a:pPr marL="285750" indent="-285750" algn="l">
              <a:lnSpc>
                <a:spcPts val="2800"/>
              </a:lnSpc>
              <a:spcBef>
                <a:spcPts val="600"/>
              </a:spcBef>
              <a:buClr>
                <a:srgbClr val="392D65"/>
              </a:buClr>
              <a:buSzPct val="120000"/>
              <a:buFont typeface="Wingdings" panose="05000000000000000000" pitchFamily="2" charset="2"/>
              <a:buChar char="§"/>
            </a:pPr>
            <a:r>
              <a:rPr lang="pt-BR" sz="2000" b="1" kern="0" spc="49" noProof="0" dirty="0"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Demanda diária de picolés</a:t>
            </a:r>
            <a:r>
              <a:rPr lang="pt-BR" sz="2000" kern="0" spc="49" noProof="0" dirty="0"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(quantos picolés são vendidos por dia) </a:t>
            </a:r>
            <a:r>
              <a:rPr lang="pt-BR" sz="2000" kern="0" spc="49" noProof="0" dirty="0">
                <a:latin typeface="Source Sans Pro" pitchFamily="34" charset="0"/>
                <a:ea typeface="Source Sans Pro" pitchFamily="34" charset="-122"/>
                <a:cs typeface="Source Sans Pro" pitchFamily="34" charset="-120"/>
                <a:sym typeface="Wingdings" pitchFamily="2" charset="2"/>
              </a:rPr>
              <a:t> </a:t>
            </a:r>
            <a:r>
              <a:rPr lang="pt-BR" sz="2000" kern="0" spc="49" dirty="0">
                <a:latin typeface="Source Sans Pro" pitchFamily="34" charset="0"/>
                <a:ea typeface="Source Sans Pro" pitchFamily="34" charset="-122"/>
                <a:cs typeface="Source Sans Pro" pitchFamily="34" charset="-120"/>
                <a:sym typeface="Wingdings" pitchFamily="2" charset="2"/>
              </a:rPr>
              <a:t>normal</a:t>
            </a:r>
            <a:endParaRPr lang="pt-BR" sz="2000" kern="0" spc="49" noProof="0" dirty="0">
              <a:latin typeface="Source Sans Pro" pitchFamily="34" charset="0"/>
              <a:ea typeface="Source Sans Pro" pitchFamily="34" charset="-122"/>
              <a:cs typeface="Source Sans Pro" pitchFamily="34" charset="-120"/>
            </a:endParaRPr>
          </a:p>
          <a:p>
            <a:pPr algn="l">
              <a:lnSpc>
                <a:spcPts val="2800"/>
              </a:lnSpc>
              <a:spcBef>
                <a:spcPts val="600"/>
              </a:spcBef>
              <a:buClr>
                <a:srgbClr val="392D65"/>
              </a:buClr>
              <a:buSzPct val="120000"/>
            </a:pPr>
            <a:endParaRPr lang="pt-BR" sz="2000" kern="0" spc="49" dirty="0">
              <a:latin typeface="Source Sans Pro" pitchFamily="34" charset="0"/>
              <a:ea typeface="Source Sans Pro" pitchFamily="34" charset="-122"/>
              <a:cs typeface="Source Sans Pro" pitchFamily="34" charset="-120"/>
            </a:endParaRPr>
          </a:p>
        </p:txBody>
      </p: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2BABABE0-97EC-D8E9-D397-7F0CE548047F}"/>
              </a:ext>
            </a:extLst>
          </p:cNvPr>
          <p:cNvGrpSpPr/>
          <p:nvPr/>
        </p:nvGrpSpPr>
        <p:grpSpPr>
          <a:xfrm>
            <a:off x="5987338" y="1880851"/>
            <a:ext cx="5498919" cy="4041694"/>
            <a:chOff x="5710926" y="1859798"/>
            <a:chExt cx="5498919" cy="4041694"/>
          </a:xfrm>
        </p:grpSpPr>
        <p:cxnSp>
          <p:nvCxnSpPr>
            <p:cNvPr id="5" name="Conector reto 5">
              <a:extLst>
                <a:ext uri="{FF2B5EF4-FFF2-40B4-BE49-F238E27FC236}">
                  <a16:creationId xmlns:a16="http://schemas.microsoft.com/office/drawing/2014/main" id="{827A0BB4-B6DD-9DE6-21B2-397ECDEB6F6F}"/>
                </a:ext>
              </a:extLst>
            </p:cNvPr>
            <p:cNvCxnSpPr>
              <a:cxnSpLocks/>
            </p:cNvCxnSpPr>
            <p:nvPr/>
          </p:nvCxnSpPr>
          <p:spPr>
            <a:xfrm>
              <a:off x="5710926" y="5383193"/>
              <a:ext cx="5498919" cy="0"/>
            </a:xfrm>
            <a:prstGeom prst="line">
              <a:avLst/>
            </a:prstGeom>
            <a:ln w="317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ctor reto 6">
              <a:extLst>
                <a:ext uri="{FF2B5EF4-FFF2-40B4-BE49-F238E27FC236}">
                  <a16:creationId xmlns:a16="http://schemas.microsoft.com/office/drawing/2014/main" id="{2D90A4FB-4634-7689-1308-D0B7A2B430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97854" y="5317089"/>
              <a:ext cx="0" cy="45719"/>
            </a:xfrm>
            <a:prstGeom prst="line">
              <a:avLst/>
            </a:prstGeom>
            <a:ln w="127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reto 7">
              <a:extLst>
                <a:ext uri="{FF2B5EF4-FFF2-40B4-BE49-F238E27FC236}">
                  <a16:creationId xmlns:a16="http://schemas.microsoft.com/office/drawing/2014/main" id="{1CF7A829-ED56-E559-AA7A-9AE7D2A39D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56197" y="5317089"/>
              <a:ext cx="0" cy="45719"/>
            </a:xfrm>
            <a:prstGeom prst="line">
              <a:avLst/>
            </a:prstGeom>
            <a:ln w="127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to 8">
              <a:extLst>
                <a:ext uri="{FF2B5EF4-FFF2-40B4-BE49-F238E27FC236}">
                  <a16:creationId xmlns:a16="http://schemas.microsoft.com/office/drawing/2014/main" id="{00A64A63-C308-8212-792F-E051F3B7D0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14538" y="5317089"/>
              <a:ext cx="0" cy="45719"/>
            </a:xfrm>
            <a:prstGeom prst="line">
              <a:avLst/>
            </a:prstGeom>
            <a:ln w="127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9">
              <a:extLst>
                <a:ext uri="{FF2B5EF4-FFF2-40B4-BE49-F238E27FC236}">
                  <a16:creationId xmlns:a16="http://schemas.microsoft.com/office/drawing/2014/main" id="{D14C206E-2FDF-773C-D8AD-1BD5862F59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72877" y="5317089"/>
              <a:ext cx="0" cy="45719"/>
            </a:xfrm>
            <a:prstGeom prst="line">
              <a:avLst/>
            </a:prstGeom>
            <a:ln w="127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10">
              <a:extLst>
                <a:ext uri="{FF2B5EF4-FFF2-40B4-BE49-F238E27FC236}">
                  <a16:creationId xmlns:a16="http://schemas.microsoft.com/office/drawing/2014/main" id="{BC58E98B-B9CA-2103-C068-096A82FC68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31217" y="5317089"/>
              <a:ext cx="0" cy="45719"/>
            </a:xfrm>
            <a:prstGeom prst="line">
              <a:avLst/>
            </a:prstGeom>
            <a:ln w="127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1">
              <a:extLst>
                <a:ext uri="{FF2B5EF4-FFF2-40B4-BE49-F238E27FC236}">
                  <a16:creationId xmlns:a16="http://schemas.microsoft.com/office/drawing/2014/main" id="{5049E0F5-CC2C-630B-3787-459217F688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9558" y="5317089"/>
              <a:ext cx="0" cy="45719"/>
            </a:xfrm>
            <a:prstGeom prst="line">
              <a:avLst/>
            </a:prstGeom>
            <a:ln w="127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2">
              <a:extLst>
                <a:ext uri="{FF2B5EF4-FFF2-40B4-BE49-F238E27FC236}">
                  <a16:creationId xmlns:a16="http://schemas.microsoft.com/office/drawing/2014/main" id="{EDB66D0A-C5CC-C7FC-B859-9948FD7AD0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47897" y="5317089"/>
              <a:ext cx="0" cy="45719"/>
            </a:xfrm>
            <a:prstGeom prst="line">
              <a:avLst/>
            </a:prstGeom>
            <a:ln w="127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3">
              <a:extLst>
                <a:ext uri="{FF2B5EF4-FFF2-40B4-BE49-F238E27FC236}">
                  <a16:creationId xmlns:a16="http://schemas.microsoft.com/office/drawing/2014/main" id="{4A02E79A-4BDB-D598-A71E-BD7AEA587E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6237" y="5317089"/>
              <a:ext cx="0" cy="45719"/>
            </a:xfrm>
            <a:prstGeom prst="line">
              <a:avLst/>
            </a:prstGeom>
            <a:ln w="127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4">
              <a:extLst>
                <a:ext uri="{FF2B5EF4-FFF2-40B4-BE49-F238E27FC236}">
                  <a16:creationId xmlns:a16="http://schemas.microsoft.com/office/drawing/2014/main" id="{222F5253-6DB3-45E3-04BD-6F443532E4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64578" y="5317089"/>
              <a:ext cx="0" cy="45719"/>
            </a:xfrm>
            <a:prstGeom prst="line">
              <a:avLst/>
            </a:prstGeom>
            <a:ln w="127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5">
              <a:extLst>
                <a:ext uri="{FF2B5EF4-FFF2-40B4-BE49-F238E27FC236}">
                  <a16:creationId xmlns:a16="http://schemas.microsoft.com/office/drawing/2014/main" id="{E451BE78-D9F6-3089-FEA1-760B65501C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2917" y="5317089"/>
              <a:ext cx="0" cy="45719"/>
            </a:xfrm>
            <a:prstGeom prst="line">
              <a:avLst/>
            </a:prstGeom>
            <a:ln w="127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EC3E68B4-20F1-C648-4217-D903907FAD8C}"/>
                </a:ext>
              </a:extLst>
            </p:cNvPr>
            <p:cNvSpPr txBox="1"/>
            <p:nvPr/>
          </p:nvSpPr>
          <p:spPr>
            <a:xfrm>
              <a:off x="5904490" y="5498302"/>
              <a:ext cx="230832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pt-BR" sz="1600" dirty="0">
                  <a:latin typeface="Roboto" panose="02000000000000000000" pitchFamily="2" charset="0"/>
                  <a:ea typeface="Roboto" panose="02000000000000000000" pitchFamily="2" charset="0"/>
                </a:rPr>
                <a:t>10</a:t>
              </a:r>
              <a:endParaRPr lang="pt-BR" sz="20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7008FAB9-6861-4666-7BB8-BB93EA81BE03}"/>
                </a:ext>
              </a:extLst>
            </p:cNvPr>
            <p:cNvSpPr txBox="1"/>
            <p:nvPr/>
          </p:nvSpPr>
          <p:spPr>
            <a:xfrm>
              <a:off x="6445976" y="5498302"/>
              <a:ext cx="230832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pt-BR" sz="1600" dirty="0">
                  <a:latin typeface="Roboto" panose="02000000000000000000" pitchFamily="2" charset="0"/>
                  <a:ea typeface="Roboto" panose="02000000000000000000" pitchFamily="2" charset="0"/>
                </a:rPr>
                <a:t>30</a:t>
              </a:r>
              <a:endParaRPr lang="pt-BR" sz="20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73223941-5360-72F9-A98A-0F3F98733D2B}"/>
                </a:ext>
              </a:extLst>
            </p:cNvPr>
            <p:cNvSpPr txBox="1"/>
            <p:nvPr/>
          </p:nvSpPr>
          <p:spPr>
            <a:xfrm>
              <a:off x="6987460" y="5498302"/>
              <a:ext cx="230832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pt-BR" sz="1600" dirty="0">
                  <a:latin typeface="Roboto" panose="02000000000000000000" pitchFamily="2" charset="0"/>
                  <a:ea typeface="Roboto" panose="02000000000000000000" pitchFamily="2" charset="0"/>
                </a:rPr>
                <a:t>50</a:t>
              </a:r>
              <a:endParaRPr lang="pt-BR" sz="20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7FB52794-A0D9-6BBA-AD6A-6D1256E58E35}"/>
                </a:ext>
              </a:extLst>
            </p:cNvPr>
            <p:cNvSpPr txBox="1"/>
            <p:nvPr/>
          </p:nvSpPr>
          <p:spPr>
            <a:xfrm>
              <a:off x="7528944" y="5498302"/>
              <a:ext cx="230832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pt-BR" sz="1600" dirty="0">
                  <a:latin typeface="Roboto" panose="02000000000000000000" pitchFamily="2" charset="0"/>
                  <a:ea typeface="Roboto" panose="02000000000000000000" pitchFamily="2" charset="0"/>
                </a:rPr>
                <a:t>70</a:t>
              </a:r>
              <a:endParaRPr lang="pt-BR" sz="20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F55633D7-F7F5-895A-80A6-8938FC858936}"/>
                </a:ext>
              </a:extLst>
            </p:cNvPr>
            <p:cNvSpPr txBox="1"/>
            <p:nvPr/>
          </p:nvSpPr>
          <p:spPr>
            <a:xfrm>
              <a:off x="8070431" y="5498302"/>
              <a:ext cx="230832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pt-BR" sz="1600" dirty="0">
                  <a:latin typeface="Roboto" panose="02000000000000000000" pitchFamily="2" charset="0"/>
                  <a:ea typeface="Roboto" panose="02000000000000000000" pitchFamily="2" charset="0"/>
                </a:rPr>
                <a:t>90</a:t>
              </a:r>
              <a:endParaRPr lang="pt-BR" sz="20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56E7523E-76C0-9035-8AB2-68F7C14F449B}"/>
                </a:ext>
              </a:extLst>
            </p:cNvPr>
            <p:cNvSpPr txBox="1"/>
            <p:nvPr/>
          </p:nvSpPr>
          <p:spPr>
            <a:xfrm>
              <a:off x="8554208" y="5500935"/>
              <a:ext cx="346250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pt-BR" sz="1600" dirty="0">
                  <a:latin typeface="Roboto" panose="02000000000000000000" pitchFamily="2" charset="0"/>
                  <a:ea typeface="Roboto" panose="02000000000000000000" pitchFamily="2" charset="0"/>
                </a:rPr>
                <a:t>110</a:t>
              </a:r>
              <a:endParaRPr lang="pt-BR" sz="20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9C39B171-0C0F-05A3-6CE9-F8AA4FE65858}"/>
                </a:ext>
              </a:extLst>
            </p:cNvPr>
            <p:cNvSpPr txBox="1"/>
            <p:nvPr/>
          </p:nvSpPr>
          <p:spPr>
            <a:xfrm>
              <a:off x="9095691" y="5520199"/>
              <a:ext cx="346250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pt-BR" sz="1600" dirty="0">
                  <a:latin typeface="Roboto" panose="02000000000000000000" pitchFamily="2" charset="0"/>
                  <a:ea typeface="Roboto" panose="02000000000000000000" pitchFamily="2" charset="0"/>
                </a:rPr>
                <a:t>130</a:t>
              </a:r>
              <a:endParaRPr lang="pt-BR" sz="20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DE463B7B-0EE3-5D82-1C0D-3829B0AF20FA}"/>
                </a:ext>
              </a:extLst>
            </p:cNvPr>
            <p:cNvSpPr txBox="1"/>
            <p:nvPr/>
          </p:nvSpPr>
          <p:spPr>
            <a:xfrm>
              <a:off x="9637180" y="5505417"/>
              <a:ext cx="346250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pt-BR" sz="1600" dirty="0">
                  <a:latin typeface="Roboto" panose="02000000000000000000" pitchFamily="2" charset="0"/>
                  <a:ea typeface="Roboto" panose="02000000000000000000" pitchFamily="2" charset="0"/>
                </a:rPr>
                <a:t>150</a:t>
              </a:r>
              <a:endParaRPr lang="pt-BR" sz="20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BD477343-C908-BAF6-BF4D-51D0953DE8FD}"/>
                </a:ext>
              </a:extLst>
            </p:cNvPr>
            <p:cNvSpPr txBox="1"/>
            <p:nvPr/>
          </p:nvSpPr>
          <p:spPr>
            <a:xfrm>
              <a:off x="10178666" y="5520199"/>
              <a:ext cx="346250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pt-BR" sz="1600" dirty="0">
                  <a:latin typeface="Roboto" panose="02000000000000000000" pitchFamily="2" charset="0"/>
                  <a:ea typeface="Roboto" panose="02000000000000000000" pitchFamily="2" charset="0"/>
                </a:rPr>
                <a:t>170</a:t>
              </a:r>
              <a:endParaRPr lang="pt-BR" sz="20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71AA8043-6B95-FADA-8E21-6F3C1EA46686}"/>
                </a:ext>
              </a:extLst>
            </p:cNvPr>
            <p:cNvSpPr txBox="1"/>
            <p:nvPr/>
          </p:nvSpPr>
          <p:spPr>
            <a:xfrm>
              <a:off x="10720154" y="5498302"/>
              <a:ext cx="346250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pt-BR" sz="1600" dirty="0">
                  <a:latin typeface="Roboto" panose="02000000000000000000" pitchFamily="2" charset="0"/>
                  <a:ea typeface="Roboto" panose="02000000000000000000" pitchFamily="2" charset="0"/>
                </a:rPr>
                <a:t>190</a:t>
              </a:r>
              <a:endParaRPr lang="pt-BR" sz="20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7" name="Forma Livre: Forma 28">
              <a:extLst>
                <a:ext uri="{FF2B5EF4-FFF2-40B4-BE49-F238E27FC236}">
                  <a16:creationId xmlns:a16="http://schemas.microsoft.com/office/drawing/2014/main" id="{5D3754D6-BFA9-84EC-8CB1-656C00F42535}"/>
                </a:ext>
              </a:extLst>
            </p:cNvPr>
            <p:cNvSpPr/>
            <p:nvPr/>
          </p:nvSpPr>
          <p:spPr>
            <a:xfrm>
              <a:off x="6355298" y="3221287"/>
              <a:ext cx="4210174" cy="1630535"/>
            </a:xfrm>
            <a:custGeom>
              <a:avLst/>
              <a:gdLst>
                <a:gd name="connsiteX0" fmla="*/ 0 w 1390650"/>
                <a:gd name="connsiteY0" fmla="*/ 45923 h 45923"/>
                <a:gd name="connsiteX1" fmla="*/ 1390650 w 1390650"/>
                <a:gd name="connsiteY1" fmla="*/ 7823 h 45923"/>
                <a:gd name="connsiteX0" fmla="*/ 0 w 1390650"/>
                <a:gd name="connsiteY0" fmla="*/ 57849 h 57849"/>
                <a:gd name="connsiteX1" fmla="*/ 523785 w 1390650"/>
                <a:gd name="connsiteY1" fmla="*/ 6500 h 57849"/>
                <a:gd name="connsiteX2" fmla="*/ 1390650 w 1390650"/>
                <a:gd name="connsiteY2" fmla="*/ 19749 h 57849"/>
                <a:gd name="connsiteX0" fmla="*/ 0 w 1651000"/>
                <a:gd name="connsiteY0" fmla="*/ 95949 h 95949"/>
                <a:gd name="connsiteX1" fmla="*/ 784135 w 1651000"/>
                <a:gd name="connsiteY1" fmla="*/ 6500 h 95949"/>
                <a:gd name="connsiteX2" fmla="*/ 1651000 w 1651000"/>
                <a:gd name="connsiteY2" fmla="*/ 19749 h 95949"/>
                <a:gd name="connsiteX0" fmla="*/ 0 w 2619375"/>
                <a:gd name="connsiteY0" fmla="*/ 127699 h 127699"/>
                <a:gd name="connsiteX1" fmla="*/ 1752510 w 2619375"/>
                <a:gd name="connsiteY1" fmla="*/ 6500 h 127699"/>
                <a:gd name="connsiteX2" fmla="*/ 2619375 w 2619375"/>
                <a:gd name="connsiteY2" fmla="*/ 19749 h 127699"/>
                <a:gd name="connsiteX0" fmla="*/ 0 w 2619375"/>
                <a:gd name="connsiteY0" fmla="*/ 107950 h 107950"/>
                <a:gd name="connsiteX1" fmla="*/ 1057185 w 2619375"/>
                <a:gd name="connsiteY1" fmla="*/ 101051 h 107950"/>
                <a:gd name="connsiteX2" fmla="*/ 2619375 w 2619375"/>
                <a:gd name="connsiteY2" fmla="*/ 0 h 107950"/>
                <a:gd name="connsiteX0" fmla="*/ 0 w 2619375"/>
                <a:gd name="connsiteY0" fmla="*/ 107950 h 107950"/>
                <a:gd name="connsiteX1" fmla="*/ 1057185 w 2619375"/>
                <a:gd name="connsiteY1" fmla="*/ 101051 h 107950"/>
                <a:gd name="connsiteX2" fmla="*/ 1838236 w 2619375"/>
                <a:gd name="connsiteY2" fmla="*/ 12150 h 107950"/>
                <a:gd name="connsiteX3" fmla="*/ 2619375 w 2619375"/>
                <a:gd name="connsiteY3" fmla="*/ 0 h 107950"/>
                <a:gd name="connsiteX0" fmla="*/ 0 w 2619375"/>
                <a:gd name="connsiteY0" fmla="*/ 107950 h 107950"/>
                <a:gd name="connsiteX1" fmla="*/ 1057185 w 2619375"/>
                <a:gd name="connsiteY1" fmla="*/ 101051 h 107950"/>
                <a:gd name="connsiteX2" fmla="*/ 1844586 w 2619375"/>
                <a:gd name="connsiteY2" fmla="*/ 94700 h 107950"/>
                <a:gd name="connsiteX3" fmla="*/ 2619375 w 2619375"/>
                <a:gd name="connsiteY3" fmla="*/ 0 h 107950"/>
                <a:gd name="connsiteX0" fmla="*/ 0 w 2895600"/>
                <a:gd name="connsiteY0" fmla="*/ 18153 h 18245"/>
                <a:gd name="connsiteX1" fmla="*/ 1057185 w 2895600"/>
                <a:gd name="connsiteY1" fmla="*/ 11254 h 18245"/>
                <a:gd name="connsiteX2" fmla="*/ 1844586 w 2895600"/>
                <a:gd name="connsiteY2" fmla="*/ 4903 h 18245"/>
                <a:gd name="connsiteX3" fmla="*/ 2895600 w 2895600"/>
                <a:gd name="connsiteY3" fmla="*/ 18153 h 18245"/>
                <a:gd name="connsiteX0" fmla="*/ 0 w 2895600"/>
                <a:gd name="connsiteY0" fmla="*/ 18153 h 18245"/>
                <a:gd name="connsiteX1" fmla="*/ 1057185 w 2895600"/>
                <a:gd name="connsiteY1" fmla="*/ 11254 h 18245"/>
                <a:gd name="connsiteX2" fmla="*/ 1298485 w 2895600"/>
                <a:gd name="connsiteY2" fmla="*/ 1728 h 18245"/>
                <a:gd name="connsiteX3" fmla="*/ 1844586 w 2895600"/>
                <a:gd name="connsiteY3" fmla="*/ 4903 h 18245"/>
                <a:gd name="connsiteX4" fmla="*/ 2895600 w 2895600"/>
                <a:gd name="connsiteY4" fmla="*/ 18153 h 18245"/>
                <a:gd name="connsiteX0" fmla="*/ 0 w 2895600"/>
                <a:gd name="connsiteY0" fmla="*/ 924475 h 924567"/>
                <a:gd name="connsiteX1" fmla="*/ 1057185 w 2895600"/>
                <a:gd name="connsiteY1" fmla="*/ 917576 h 924567"/>
                <a:gd name="connsiteX2" fmla="*/ 1377860 w 2895600"/>
                <a:gd name="connsiteY2" fmla="*/ 0 h 924567"/>
                <a:gd name="connsiteX3" fmla="*/ 1844586 w 2895600"/>
                <a:gd name="connsiteY3" fmla="*/ 911225 h 924567"/>
                <a:gd name="connsiteX4" fmla="*/ 2895600 w 2895600"/>
                <a:gd name="connsiteY4" fmla="*/ 924475 h 924567"/>
                <a:gd name="connsiteX0" fmla="*/ 0 w 2895600"/>
                <a:gd name="connsiteY0" fmla="*/ 1557888 h 1557980"/>
                <a:gd name="connsiteX1" fmla="*/ 1057185 w 2895600"/>
                <a:gd name="connsiteY1" fmla="*/ 1550989 h 1557980"/>
                <a:gd name="connsiteX2" fmla="*/ 1454060 w 2895600"/>
                <a:gd name="connsiteY2" fmla="*/ 0 h 1557980"/>
                <a:gd name="connsiteX3" fmla="*/ 1844586 w 2895600"/>
                <a:gd name="connsiteY3" fmla="*/ 1544638 h 1557980"/>
                <a:gd name="connsiteX4" fmla="*/ 2895600 w 2895600"/>
                <a:gd name="connsiteY4" fmla="*/ 1557888 h 1557980"/>
                <a:gd name="connsiteX0" fmla="*/ 0 w 2895600"/>
                <a:gd name="connsiteY0" fmla="*/ 1557888 h 1557980"/>
                <a:gd name="connsiteX1" fmla="*/ 1057185 w 2895600"/>
                <a:gd name="connsiteY1" fmla="*/ 1550989 h 1557980"/>
                <a:gd name="connsiteX2" fmla="*/ 1454060 w 2895600"/>
                <a:gd name="connsiteY2" fmla="*/ 0 h 1557980"/>
                <a:gd name="connsiteX3" fmla="*/ 1844586 w 2895600"/>
                <a:gd name="connsiteY3" fmla="*/ 1544638 h 1557980"/>
                <a:gd name="connsiteX4" fmla="*/ 2895600 w 2895600"/>
                <a:gd name="connsiteY4" fmla="*/ 1557888 h 1557980"/>
                <a:gd name="connsiteX0" fmla="*/ 0 w 2895600"/>
                <a:gd name="connsiteY0" fmla="*/ 1557888 h 1557980"/>
                <a:gd name="connsiteX1" fmla="*/ 1057185 w 2895600"/>
                <a:gd name="connsiteY1" fmla="*/ 1550989 h 1557980"/>
                <a:gd name="connsiteX2" fmla="*/ 1454060 w 2895600"/>
                <a:gd name="connsiteY2" fmla="*/ 0 h 1557980"/>
                <a:gd name="connsiteX3" fmla="*/ 1844586 w 2895600"/>
                <a:gd name="connsiteY3" fmla="*/ 1544638 h 1557980"/>
                <a:gd name="connsiteX4" fmla="*/ 2895600 w 2895600"/>
                <a:gd name="connsiteY4" fmla="*/ 1557888 h 1557980"/>
                <a:gd name="connsiteX0" fmla="*/ 0 w 2895600"/>
                <a:gd name="connsiteY0" fmla="*/ 1557888 h 1557980"/>
                <a:gd name="connsiteX1" fmla="*/ 1057185 w 2895600"/>
                <a:gd name="connsiteY1" fmla="*/ 1550989 h 1557980"/>
                <a:gd name="connsiteX2" fmla="*/ 1454060 w 2895600"/>
                <a:gd name="connsiteY2" fmla="*/ 0 h 1557980"/>
                <a:gd name="connsiteX3" fmla="*/ 1844586 w 2895600"/>
                <a:gd name="connsiteY3" fmla="*/ 1544638 h 1557980"/>
                <a:gd name="connsiteX4" fmla="*/ 2895600 w 2895600"/>
                <a:gd name="connsiteY4" fmla="*/ 1557888 h 1557980"/>
                <a:gd name="connsiteX0" fmla="*/ 0 w 2895600"/>
                <a:gd name="connsiteY0" fmla="*/ 1557888 h 1557980"/>
                <a:gd name="connsiteX1" fmla="*/ 1057185 w 2895600"/>
                <a:gd name="connsiteY1" fmla="*/ 1550989 h 1557980"/>
                <a:gd name="connsiteX2" fmla="*/ 1446916 w 2895600"/>
                <a:gd name="connsiteY2" fmla="*/ 0 h 1557980"/>
                <a:gd name="connsiteX3" fmla="*/ 1844586 w 2895600"/>
                <a:gd name="connsiteY3" fmla="*/ 1544638 h 1557980"/>
                <a:gd name="connsiteX4" fmla="*/ 2895600 w 2895600"/>
                <a:gd name="connsiteY4" fmla="*/ 1557888 h 1557980"/>
                <a:gd name="connsiteX0" fmla="*/ 0 w 2895600"/>
                <a:gd name="connsiteY0" fmla="*/ 1557888 h 1557980"/>
                <a:gd name="connsiteX1" fmla="*/ 1057185 w 2895600"/>
                <a:gd name="connsiteY1" fmla="*/ 1550989 h 1557980"/>
                <a:gd name="connsiteX2" fmla="*/ 1446916 w 2895600"/>
                <a:gd name="connsiteY2" fmla="*/ 0 h 1557980"/>
                <a:gd name="connsiteX3" fmla="*/ 1844586 w 2895600"/>
                <a:gd name="connsiteY3" fmla="*/ 1544638 h 1557980"/>
                <a:gd name="connsiteX4" fmla="*/ 2895600 w 2895600"/>
                <a:gd name="connsiteY4" fmla="*/ 1557888 h 1557980"/>
                <a:gd name="connsiteX0" fmla="*/ 0 w 2895600"/>
                <a:gd name="connsiteY0" fmla="*/ 1557888 h 1558425"/>
                <a:gd name="connsiteX1" fmla="*/ 1057185 w 2895600"/>
                <a:gd name="connsiteY1" fmla="*/ 1550989 h 1558425"/>
                <a:gd name="connsiteX2" fmla="*/ 1446916 w 2895600"/>
                <a:gd name="connsiteY2" fmla="*/ 0 h 1558425"/>
                <a:gd name="connsiteX3" fmla="*/ 1844586 w 2895600"/>
                <a:gd name="connsiteY3" fmla="*/ 1544638 h 1558425"/>
                <a:gd name="connsiteX4" fmla="*/ 2895600 w 2895600"/>
                <a:gd name="connsiteY4" fmla="*/ 1557888 h 1558425"/>
                <a:gd name="connsiteX0" fmla="*/ 0 w 2895600"/>
                <a:gd name="connsiteY0" fmla="*/ 1557888 h 1557888"/>
                <a:gd name="connsiteX1" fmla="*/ 1057185 w 2895600"/>
                <a:gd name="connsiteY1" fmla="*/ 1550989 h 1557888"/>
                <a:gd name="connsiteX2" fmla="*/ 1446916 w 2895600"/>
                <a:gd name="connsiteY2" fmla="*/ 0 h 1557888"/>
                <a:gd name="connsiteX3" fmla="*/ 1858874 w 2895600"/>
                <a:gd name="connsiteY3" fmla="*/ 1513682 h 1557888"/>
                <a:gd name="connsiteX4" fmla="*/ 2895600 w 2895600"/>
                <a:gd name="connsiteY4" fmla="*/ 1557888 h 1557888"/>
                <a:gd name="connsiteX0" fmla="*/ 0 w 2895600"/>
                <a:gd name="connsiteY0" fmla="*/ 1557888 h 1557888"/>
                <a:gd name="connsiteX1" fmla="*/ 1057185 w 2895600"/>
                <a:gd name="connsiteY1" fmla="*/ 1550989 h 1557888"/>
                <a:gd name="connsiteX2" fmla="*/ 1446916 w 2895600"/>
                <a:gd name="connsiteY2" fmla="*/ 0 h 1557888"/>
                <a:gd name="connsiteX3" fmla="*/ 1858874 w 2895600"/>
                <a:gd name="connsiteY3" fmla="*/ 1513682 h 1557888"/>
                <a:gd name="connsiteX4" fmla="*/ 2895600 w 2895600"/>
                <a:gd name="connsiteY4" fmla="*/ 1557888 h 1557888"/>
                <a:gd name="connsiteX0" fmla="*/ 0 w 2895600"/>
                <a:gd name="connsiteY0" fmla="*/ 1557888 h 1557888"/>
                <a:gd name="connsiteX1" fmla="*/ 1057185 w 2895600"/>
                <a:gd name="connsiteY1" fmla="*/ 1550989 h 1557888"/>
                <a:gd name="connsiteX2" fmla="*/ 1446916 w 2895600"/>
                <a:gd name="connsiteY2" fmla="*/ 0 h 1557888"/>
                <a:gd name="connsiteX3" fmla="*/ 1858874 w 2895600"/>
                <a:gd name="connsiteY3" fmla="*/ 1513682 h 1557888"/>
                <a:gd name="connsiteX4" fmla="*/ 2895600 w 2895600"/>
                <a:gd name="connsiteY4" fmla="*/ 1557888 h 1557888"/>
                <a:gd name="connsiteX0" fmla="*/ 0 w 2895600"/>
                <a:gd name="connsiteY0" fmla="*/ 1557888 h 1557888"/>
                <a:gd name="connsiteX1" fmla="*/ 1057185 w 2895600"/>
                <a:gd name="connsiteY1" fmla="*/ 1550989 h 1557888"/>
                <a:gd name="connsiteX2" fmla="*/ 1446916 w 2895600"/>
                <a:gd name="connsiteY2" fmla="*/ 0 h 1557888"/>
                <a:gd name="connsiteX3" fmla="*/ 1858874 w 2895600"/>
                <a:gd name="connsiteY3" fmla="*/ 1513682 h 1557888"/>
                <a:gd name="connsiteX4" fmla="*/ 2895600 w 2895600"/>
                <a:gd name="connsiteY4" fmla="*/ 1557888 h 1557888"/>
                <a:gd name="connsiteX0" fmla="*/ 0 w 2895600"/>
                <a:gd name="connsiteY0" fmla="*/ 1557888 h 1557888"/>
                <a:gd name="connsiteX1" fmla="*/ 1057185 w 2895600"/>
                <a:gd name="connsiteY1" fmla="*/ 1550989 h 1557888"/>
                <a:gd name="connsiteX2" fmla="*/ 1446916 w 2895600"/>
                <a:gd name="connsiteY2" fmla="*/ 0 h 1557888"/>
                <a:gd name="connsiteX3" fmla="*/ 1818393 w 2895600"/>
                <a:gd name="connsiteY3" fmla="*/ 1516064 h 1557888"/>
                <a:gd name="connsiteX4" fmla="*/ 2895600 w 2895600"/>
                <a:gd name="connsiteY4" fmla="*/ 1557888 h 1557888"/>
                <a:gd name="connsiteX0" fmla="*/ 0 w 2895600"/>
                <a:gd name="connsiteY0" fmla="*/ 1557888 h 1557888"/>
                <a:gd name="connsiteX1" fmla="*/ 1057185 w 2895600"/>
                <a:gd name="connsiteY1" fmla="*/ 1550989 h 1557888"/>
                <a:gd name="connsiteX2" fmla="*/ 1446916 w 2895600"/>
                <a:gd name="connsiteY2" fmla="*/ 0 h 1557888"/>
                <a:gd name="connsiteX3" fmla="*/ 1818393 w 2895600"/>
                <a:gd name="connsiteY3" fmla="*/ 1516064 h 1557888"/>
                <a:gd name="connsiteX4" fmla="*/ 2895600 w 2895600"/>
                <a:gd name="connsiteY4" fmla="*/ 1557888 h 1557888"/>
                <a:gd name="connsiteX0" fmla="*/ 0 w 2895600"/>
                <a:gd name="connsiteY0" fmla="*/ 1557888 h 1557888"/>
                <a:gd name="connsiteX1" fmla="*/ 1057185 w 2895600"/>
                <a:gd name="connsiteY1" fmla="*/ 1550989 h 1557888"/>
                <a:gd name="connsiteX2" fmla="*/ 1446916 w 2895600"/>
                <a:gd name="connsiteY2" fmla="*/ 0 h 1557888"/>
                <a:gd name="connsiteX3" fmla="*/ 1818393 w 2895600"/>
                <a:gd name="connsiteY3" fmla="*/ 1516064 h 1557888"/>
                <a:gd name="connsiteX4" fmla="*/ 2895600 w 2895600"/>
                <a:gd name="connsiteY4" fmla="*/ 1557888 h 1557888"/>
                <a:gd name="connsiteX0" fmla="*/ 0 w 2895600"/>
                <a:gd name="connsiteY0" fmla="*/ 1557888 h 1557888"/>
                <a:gd name="connsiteX1" fmla="*/ 1057185 w 2895600"/>
                <a:gd name="connsiteY1" fmla="*/ 1550989 h 1557888"/>
                <a:gd name="connsiteX2" fmla="*/ 1446916 w 2895600"/>
                <a:gd name="connsiteY2" fmla="*/ 0 h 1557888"/>
                <a:gd name="connsiteX3" fmla="*/ 1818393 w 2895600"/>
                <a:gd name="connsiteY3" fmla="*/ 1516064 h 1557888"/>
                <a:gd name="connsiteX4" fmla="*/ 2895600 w 2895600"/>
                <a:gd name="connsiteY4" fmla="*/ 1557888 h 1557888"/>
                <a:gd name="connsiteX0" fmla="*/ 0 w 2895600"/>
                <a:gd name="connsiteY0" fmla="*/ 1557888 h 1557888"/>
                <a:gd name="connsiteX1" fmla="*/ 1054804 w 2895600"/>
                <a:gd name="connsiteY1" fmla="*/ 1524795 h 1557888"/>
                <a:gd name="connsiteX2" fmla="*/ 1446916 w 2895600"/>
                <a:gd name="connsiteY2" fmla="*/ 0 h 1557888"/>
                <a:gd name="connsiteX3" fmla="*/ 1818393 w 2895600"/>
                <a:gd name="connsiteY3" fmla="*/ 1516064 h 1557888"/>
                <a:gd name="connsiteX4" fmla="*/ 2895600 w 2895600"/>
                <a:gd name="connsiteY4" fmla="*/ 1557888 h 1557888"/>
                <a:gd name="connsiteX0" fmla="*/ 0 w 2895600"/>
                <a:gd name="connsiteY0" fmla="*/ 1557888 h 1557888"/>
                <a:gd name="connsiteX1" fmla="*/ 1054804 w 2895600"/>
                <a:gd name="connsiteY1" fmla="*/ 1524795 h 1557888"/>
                <a:gd name="connsiteX2" fmla="*/ 1446916 w 2895600"/>
                <a:gd name="connsiteY2" fmla="*/ 0 h 1557888"/>
                <a:gd name="connsiteX3" fmla="*/ 1818393 w 2895600"/>
                <a:gd name="connsiteY3" fmla="*/ 1516064 h 1557888"/>
                <a:gd name="connsiteX4" fmla="*/ 2895600 w 2895600"/>
                <a:gd name="connsiteY4" fmla="*/ 1557888 h 1557888"/>
                <a:gd name="connsiteX0" fmla="*/ 0 w 2895600"/>
                <a:gd name="connsiteY0" fmla="*/ 1557888 h 1557888"/>
                <a:gd name="connsiteX1" fmla="*/ 1054804 w 2895600"/>
                <a:gd name="connsiteY1" fmla="*/ 1524795 h 1557888"/>
                <a:gd name="connsiteX2" fmla="*/ 1446916 w 2895600"/>
                <a:gd name="connsiteY2" fmla="*/ 0 h 1557888"/>
                <a:gd name="connsiteX3" fmla="*/ 1818393 w 2895600"/>
                <a:gd name="connsiteY3" fmla="*/ 1516064 h 1557888"/>
                <a:gd name="connsiteX4" fmla="*/ 2895600 w 2895600"/>
                <a:gd name="connsiteY4" fmla="*/ 1557888 h 1557888"/>
                <a:gd name="connsiteX0" fmla="*/ 0 w 2895600"/>
                <a:gd name="connsiteY0" fmla="*/ 1557888 h 1557888"/>
                <a:gd name="connsiteX1" fmla="*/ 1054804 w 2895600"/>
                <a:gd name="connsiteY1" fmla="*/ 1524795 h 1557888"/>
                <a:gd name="connsiteX2" fmla="*/ 1446916 w 2895600"/>
                <a:gd name="connsiteY2" fmla="*/ 0 h 1557888"/>
                <a:gd name="connsiteX3" fmla="*/ 1818393 w 2895600"/>
                <a:gd name="connsiteY3" fmla="*/ 1516064 h 1557888"/>
                <a:gd name="connsiteX4" fmla="*/ 2895600 w 2895600"/>
                <a:gd name="connsiteY4" fmla="*/ 1557888 h 1557888"/>
                <a:gd name="connsiteX0" fmla="*/ 0 w 2895600"/>
                <a:gd name="connsiteY0" fmla="*/ 1557888 h 1557888"/>
                <a:gd name="connsiteX1" fmla="*/ 1054804 w 2895600"/>
                <a:gd name="connsiteY1" fmla="*/ 1524795 h 1557888"/>
                <a:gd name="connsiteX2" fmla="*/ 1446916 w 2895600"/>
                <a:gd name="connsiteY2" fmla="*/ 0 h 1557888"/>
                <a:gd name="connsiteX3" fmla="*/ 1818393 w 2895600"/>
                <a:gd name="connsiteY3" fmla="*/ 1516064 h 1557888"/>
                <a:gd name="connsiteX4" fmla="*/ 2895600 w 2895600"/>
                <a:gd name="connsiteY4" fmla="*/ 1557888 h 1557888"/>
                <a:gd name="connsiteX0" fmla="*/ 0 w 2895600"/>
                <a:gd name="connsiteY0" fmla="*/ 1557888 h 1557888"/>
                <a:gd name="connsiteX1" fmla="*/ 916691 w 2895600"/>
                <a:gd name="connsiteY1" fmla="*/ 1397082 h 1557888"/>
                <a:gd name="connsiteX2" fmla="*/ 1446916 w 2895600"/>
                <a:gd name="connsiteY2" fmla="*/ 0 h 1557888"/>
                <a:gd name="connsiteX3" fmla="*/ 1818393 w 2895600"/>
                <a:gd name="connsiteY3" fmla="*/ 1516064 h 1557888"/>
                <a:gd name="connsiteX4" fmla="*/ 2895600 w 2895600"/>
                <a:gd name="connsiteY4" fmla="*/ 1557888 h 1557888"/>
                <a:gd name="connsiteX0" fmla="*/ 0 w 2895600"/>
                <a:gd name="connsiteY0" fmla="*/ 1557888 h 1557888"/>
                <a:gd name="connsiteX1" fmla="*/ 916691 w 2895600"/>
                <a:gd name="connsiteY1" fmla="*/ 1397082 h 1557888"/>
                <a:gd name="connsiteX2" fmla="*/ 1446916 w 2895600"/>
                <a:gd name="connsiteY2" fmla="*/ 0 h 1557888"/>
                <a:gd name="connsiteX3" fmla="*/ 1818393 w 2895600"/>
                <a:gd name="connsiteY3" fmla="*/ 1516064 h 1557888"/>
                <a:gd name="connsiteX4" fmla="*/ 2895600 w 2895600"/>
                <a:gd name="connsiteY4" fmla="*/ 1557888 h 1557888"/>
                <a:gd name="connsiteX0" fmla="*/ 0 w 2895600"/>
                <a:gd name="connsiteY0" fmla="*/ 1557888 h 1557888"/>
                <a:gd name="connsiteX1" fmla="*/ 926216 w 2895600"/>
                <a:gd name="connsiteY1" fmla="*/ 1430191 h 1557888"/>
                <a:gd name="connsiteX2" fmla="*/ 1446916 w 2895600"/>
                <a:gd name="connsiteY2" fmla="*/ 0 h 1557888"/>
                <a:gd name="connsiteX3" fmla="*/ 1818393 w 2895600"/>
                <a:gd name="connsiteY3" fmla="*/ 1516064 h 1557888"/>
                <a:gd name="connsiteX4" fmla="*/ 2895600 w 2895600"/>
                <a:gd name="connsiteY4" fmla="*/ 1557888 h 1557888"/>
                <a:gd name="connsiteX0" fmla="*/ 0 w 2895600"/>
                <a:gd name="connsiteY0" fmla="*/ 1557888 h 1557888"/>
                <a:gd name="connsiteX1" fmla="*/ 926216 w 2895600"/>
                <a:gd name="connsiteY1" fmla="*/ 1430191 h 1557888"/>
                <a:gd name="connsiteX2" fmla="*/ 1446916 w 2895600"/>
                <a:gd name="connsiteY2" fmla="*/ 0 h 1557888"/>
                <a:gd name="connsiteX3" fmla="*/ 1818393 w 2895600"/>
                <a:gd name="connsiteY3" fmla="*/ 1516064 h 1557888"/>
                <a:gd name="connsiteX4" fmla="*/ 2895600 w 2895600"/>
                <a:gd name="connsiteY4" fmla="*/ 1557888 h 1557888"/>
                <a:gd name="connsiteX0" fmla="*/ 0 w 2895600"/>
                <a:gd name="connsiteY0" fmla="*/ 1557888 h 1557888"/>
                <a:gd name="connsiteX1" fmla="*/ 926216 w 2895600"/>
                <a:gd name="connsiteY1" fmla="*/ 1430191 h 1557888"/>
                <a:gd name="connsiteX2" fmla="*/ 1446916 w 2895600"/>
                <a:gd name="connsiteY2" fmla="*/ 0 h 1557888"/>
                <a:gd name="connsiteX3" fmla="*/ 1818393 w 2895600"/>
                <a:gd name="connsiteY3" fmla="*/ 1516064 h 1557888"/>
                <a:gd name="connsiteX4" fmla="*/ 2895600 w 2895600"/>
                <a:gd name="connsiteY4" fmla="*/ 1557888 h 1557888"/>
                <a:gd name="connsiteX0" fmla="*/ 0 w 2895600"/>
                <a:gd name="connsiteY0" fmla="*/ 1557888 h 1557888"/>
                <a:gd name="connsiteX1" fmla="*/ 604747 w 2895600"/>
                <a:gd name="connsiteY1" fmla="*/ 1453843 h 1557888"/>
                <a:gd name="connsiteX2" fmla="*/ 1446916 w 2895600"/>
                <a:gd name="connsiteY2" fmla="*/ 0 h 1557888"/>
                <a:gd name="connsiteX3" fmla="*/ 1818393 w 2895600"/>
                <a:gd name="connsiteY3" fmla="*/ 1516064 h 1557888"/>
                <a:gd name="connsiteX4" fmla="*/ 2895600 w 2895600"/>
                <a:gd name="connsiteY4" fmla="*/ 1557888 h 1557888"/>
                <a:gd name="connsiteX0" fmla="*/ 0 w 2895600"/>
                <a:gd name="connsiteY0" fmla="*/ 1557888 h 1557888"/>
                <a:gd name="connsiteX1" fmla="*/ 604747 w 2895600"/>
                <a:gd name="connsiteY1" fmla="*/ 1453843 h 1557888"/>
                <a:gd name="connsiteX2" fmla="*/ 1446916 w 2895600"/>
                <a:gd name="connsiteY2" fmla="*/ 0 h 1557888"/>
                <a:gd name="connsiteX3" fmla="*/ 1818393 w 2895600"/>
                <a:gd name="connsiteY3" fmla="*/ 1516064 h 1557888"/>
                <a:gd name="connsiteX4" fmla="*/ 2895600 w 2895600"/>
                <a:gd name="connsiteY4" fmla="*/ 1557888 h 1557888"/>
                <a:gd name="connsiteX0" fmla="*/ 0 w 2895600"/>
                <a:gd name="connsiteY0" fmla="*/ 1557888 h 1557888"/>
                <a:gd name="connsiteX1" fmla="*/ 604747 w 2895600"/>
                <a:gd name="connsiteY1" fmla="*/ 1453843 h 1557888"/>
                <a:gd name="connsiteX2" fmla="*/ 1446916 w 2895600"/>
                <a:gd name="connsiteY2" fmla="*/ 0 h 1557888"/>
                <a:gd name="connsiteX3" fmla="*/ 1818393 w 2895600"/>
                <a:gd name="connsiteY3" fmla="*/ 1516064 h 1557888"/>
                <a:gd name="connsiteX4" fmla="*/ 2895600 w 2895600"/>
                <a:gd name="connsiteY4" fmla="*/ 1557888 h 1557888"/>
                <a:gd name="connsiteX0" fmla="*/ 0 w 2895600"/>
                <a:gd name="connsiteY0" fmla="*/ 1557890 h 1557890"/>
                <a:gd name="connsiteX1" fmla="*/ 604747 w 2895600"/>
                <a:gd name="connsiteY1" fmla="*/ 1453845 h 1557890"/>
                <a:gd name="connsiteX2" fmla="*/ 1446916 w 2895600"/>
                <a:gd name="connsiteY2" fmla="*/ 2 h 1557890"/>
                <a:gd name="connsiteX3" fmla="*/ 1818393 w 2895600"/>
                <a:gd name="connsiteY3" fmla="*/ 1516066 h 1557890"/>
                <a:gd name="connsiteX4" fmla="*/ 2895600 w 2895600"/>
                <a:gd name="connsiteY4" fmla="*/ 1557890 h 1557890"/>
                <a:gd name="connsiteX0" fmla="*/ 0 w 2895600"/>
                <a:gd name="connsiteY0" fmla="*/ 1558154 h 1558154"/>
                <a:gd name="connsiteX1" fmla="*/ 604747 w 2895600"/>
                <a:gd name="connsiteY1" fmla="*/ 1454109 h 1558154"/>
                <a:gd name="connsiteX2" fmla="*/ 1446916 w 2895600"/>
                <a:gd name="connsiteY2" fmla="*/ 266 h 1558154"/>
                <a:gd name="connsiteX3" fmla="*/ 1818393 w 2895600"/>
                <a:gd name="connsiteY3" fmla="*/ 1516330 h 1558154"/>
                <a:gd name="connsiteX4" fmla="*/ 2895600 w 2895600"/>
                <a:gd name="connsiteY4" fmla="*/ 1558154 h 1558154"/>
                <a:gd name="connsiteX0" fmla="*/ 0 w 2895600"/>
                <a:gd name="connsiteY0" fmla="*/ 1558120 h 1558120"/>
                <a:gd name="connsiteX1" fmla="*/ 604747 w 2895600"/>
                <a:gd name="connsiteY1" fmla="*/ 1454075 h 1558120"/>
                <a:gd name="connsiteX2" fmla="*/ 1446916 w 2895600"/>
                <a:gd name="connsiteY2" fmla="*/ 232 h 1558120"/>
                <a:gd name="connsiteX3" fmla="*/ 1818393 w 2895600"/>
                <a:gd name="connsiteY3" fmla="*/ 1516296 h 1558120"/>
                <a:gd name="connsiteX4" fmla="*/ 2895600 w 2895600"/>
                <a:gd name="connsiteY4" fmla="*/ 1558120 h 1558120"/>
                <a:gd name="connsiteX0" fmla="*/ 0 w 2895600"/>
                <a:gd name="connsiteY0" fmla="*/ 1558066 h 1558066"/>
                <a:gd name="connsiteX1" fmla="*/ 604747 w 2895600"/>
                <a:gd name="connsiteY1" fmla="*/ 1454021 h 1558066"/>
                <a:gd name="connsiteX2" fmla="*/ 1446916 w 2895600"/>
                <a:gd name="connsiteY2" fmla="*/ 178 h 1558066"/>
                <a:gd name="connsiteX3" fmla="*/ 1963173 w 2895600"/>
                <a:gd name="connsiteY3" fmla="*/ 1349744 h 1558066"/>
                <a:gd name="connsiteX4" fmla="*/ 2895600 w 2895600"/>
                <a:gd name="connsiteY4" fmla="*/ 1558066 h 1558066"/>
                <a:gd name="connsiteX0" fmla="*/ 0 w 2895600"/>
                <a:gd name="connsiteY0" fmla="*/ 1392540 h 1392540"/>
                <a:gd name="connsiteX1" fmla="*/ 604747 w 2895600"/>
                <a:gd name="connsiteY1" fmla="*/ 1288495 h 1392540"/>
                <a:gd name="connsiteX2" fmla="*/ 1432628 w 2895600"/>
                <a:gd name="connsiteY2" fmla="*/ 206 h 1392540"/>
                <a:gd name="connsiteX3" fmla="*/ 1963173 w 2895600"/>
                <a:gd name="connsiteY3" fmla="*/ 1184218 h 1392540"/>
                <a:gd name="connsiteX4" fmla="*/ 2895600 w 2895600"/>
                <a:gd name="connsiteY4" fmla="*/ 1392540 h 1392540"/>
                <a:gd name="connsiteX0" fmla="*/ 0 w 2895600"/>
                <a:gd name="connsiteY0" fmla="*/ 1392647 h 1392647"/>
                <a:gd name="connsiteX1" fmla="*/ 604747 w 2895600"/>
                <a:gd name="connsiteY1" fmla="*/ 1288602 h 1392647"/>
                <a:gd name="connsiteX2" fmla="*/ 1432628 w 2895600"/>
                <a:gd name="connsiteY2" fmla="*/ 313 h 1392647"/>
                <a:gd name="connsiteX3" fmla="*/ 1996511 w 2895600"/>
                <a:gd name="connsiteY3" fmla="*/ 1160675 h 1392647"/>
                <a:gd name="connsiteX4" fmla="*/ 2895600 w 2895600"/>
                <a:gd name="connsiteY4" fmla="*/ 1392647 h 1392647"/>
                <a:gd name="connsiteX0" fmla="*/ 0 w 2895600"/>
                <a:gd name="connsiteY0" fmla="*/ 1392641 h 1392641"/>
                <a:gd name="connsiteX1" fmla="*/ 604747 w 2895600"/>
                <a:gd name="connsiteY1" fmla="*/ 1288596 h 1392641"/>
                <a:gd name="connsiteX2" fmla="*/ 1432628 w 2895600"/>
                <a:gd name="connsiteY2" fmla="*/ 307 h 1392641"/>
                <a:gd name="connsiteX3" fmla="*/ 1996511 w 2895600"/>
                <a:gd name="connsiteY3" fmla="*/ 1160669 h 1392641"/>
                <a:gd name="connsiteX4" fmla="*/ 2895600 w 2895600"/>
                <a:gd name="connsiteY4" fmla="*/ 1392641 h 1392641"/>
                <a:gd name="connsiteX0" fmla="*/ 0 w 2895600"/>
                <a:gd name="connsiteY0" fmla="*/ 1392339 h 1392339"/>
                <a:gd name="connsiteX1" fmla="*/ 604747 w 2895600"/>
                <a:gd name="connsiteY1" fmla="*/ 1288294 h 1392339"/>
                <a:gd name="connsiteX2" fmla="*/ 1432628 w 2895600"/>
                <a:gd name="connsiteY2" fmla="*/ 5 h 1392339"/>
                <a:gd name="connsiteX3" fmla="*/ 1996511 w 2895600"/>
                <a:gd name="connsiteY3" fmla="*/ 1160367 h 1392339"/>
                <a:gd name="connsiteX4" fmla="*/ 2895600 w 2895600"/>
                <a:gd name="connsiteY4" fmla="*/ 1392339 h 1392339"/>
                <a:gd name="connsiteX0" fmla="*/ 0 w 2869406"/>
                <a:gd name="connsiteY0" fmla="*/ 1392339 h 1392339"/>
                <a:gd name="connsiteX1" fmla="*/ 604747 w 2869406"/>
                <a:gd name="connsiteY1" fmla="*/ 1288294 h 1392339"/>
                <a:gd name="connsiteX2" fmla="*/ 1432628 w 2869406"/>
                <a:gd name="connsiteY2" fmla="*/ 5 h 1392339"/>
                <a:gd name="connsiteX3" fmla="*/ 1996511 w 2869406"/>
                <a:gd name="connsiteY3" fmla="*/ 1160367 h 1392339"/>
                <a:gd name="connsiteX4" fmla="*/ 2869406 w 2869406"/>
                <a:gd name="connsiteY4" fmla="*/ 1373419 h 1392339"/>
                <a:gd name="connsiteX0" fmla="*/ 0 w 2869406"/>
                <a:gd name="connsiteY0" fmla="*/ 1392339 h 1392339"/>
                <a:gd name="connsiteX1" fmla="*/ 604747 w 2869406"/>
                <a:gd name="connsiteY1" fmla="*/ 1288294 h 1392339"/>
                <a:gd name="connsiteX2" fmla="*/ 1432628 w 2869406"/>
                <a:gd name="connsiteY2" fmla="*/ 5 h 1392339"/>
                <a:gd name="connsiteX3" fmla="*/ 1996511 w 2869406"/>
                <a:gd name="connsiteY3" fmla="*/ 1160367 h 1392339"/>
                <a:gd name="connsiteX4" fmla="*/ 2869406 w 2869406"/>
                <a:gd name="connsiteY4" fmla="*/ 1373419 h 1392339"/>
                <a:gd name="connsiteX0" fmla="*/ 0 w 2869406"/>
                <a:gd name="connsiteY0" fmla="*/ 1392339 h 1393618"/>
                <a:gd name="connsiteX1" fmla="*/ 604747 w 2869406"/>
                <a:gd name="connsiteY1" fmla="*/ 1288294 h 1393618"/>
                <a:gd name="connsiteX2" fmla="*/ 1432628 w 2869406"/>
                <a:gd name="connsiteY2" fmla="*/ 5 h 1393618"/>
                <a:gd name="connsiteX3" fmla="*/ 1996511 w 2869406"/>
                <a:gd name="connsiteY3" fmla="*/ 1160367 h 1393618"/>
                <a:gd name="connsiteX4" fmla="*/ 2869406 w 2869406"/>
                <a:gd name="connsiteY4" fmla="*/ 1373419 h 1393618"/>
                <a:gd name="connsiteX0" fmla="*/ 0 w 2869406"/>
                <a:gd name="connsiteY0" fmla="*/ 1392339 h 1392339"/>
                <a:gd name="connsiteX1" fmla="*/ 604747 w 2869406"/>
                <a:gd name="connsiteY1" fmla="*/ 1288294 h 1392339"/>
                <a:gd name="connsiteX2" fmla="*/ 1432628 w 2869406"/>
                <a:gd name="connsiteY2" fmla="*/ 5 h 1392339"/>
                <a:gd name="connsiteX3" fmla="*/ 1996511 w 2869406"/>
                <a:gd name="connsiteY3" fmla="*/ 1160367 h 1392339"/>
                <a:gd name="connsiteX4" fmla="*/ 2869406 w 2869406"/>
                <a:gd name="connsiteY4" fmla="*/ 1373419 h 1392339"/>
                <a:gd name="connsiteX0" fmla="*/ 0 w 2869406"/>
                <a:gd name="connsiteY0" fmla="*/ 1392339 h 1392339"/>
                <a:gd name="connsiteX1" fmla="*/ 604747 w 2869406"/>
                <a:gd name="connsiteY1" fmla="*/ 1288294 h 1392339"/>
                <a:gd name="connsiteX2" fmla="*/ 1432628 w 2869406"/>
                <a:gd name="connsiteY2" fmla="*/ 5 h 1392339"/>
                <a:gd name="connsiteX3" fmla="*/ 1996511 w 2869406"/>
                <a:gd name="connsiteY3" fmla="*/ 1160367 h 1392339"/>
                <a:gd name="connsiteX4" fmla="*/ 2869406 w 2869406"/>
                <a:gd name="connsiteY4" fmla="*/ 1373419 h 1392339"/>
                <a:gd name="connsiteX0" fmla="*/ 0 w 2869406"/>
                <a:gd name="connsiteY0" fmla="*/ 1392341 h 1392341"/>
                <a:gd name="connsiteX1" fmla="*/ 604747 w 2869406"/>
                <a:gd name="connsiteY1" fmla="*/ 1288296 h 1392341"/>
                <a:gd name="connsiteX2" fmla="*/ 1432628 w 2869406"/>
                <a:gd name="connsiteY2" fmla="*/ 7 h 1392341"/>
                <a:gd name="connsiteX3" fmla="*/ 1996511 w 2869406"/>
                <a:gd name="connsiteY3" fmla="*/ 1160369 h 1392341"/>
                <a:gd name="connsiteX4" fmla="*/ 2869406 w 2869406"/>
                <a:gd name="connsiteY4" fmla="*/ 1373421 h 1392341"/>
                <a:gd name="connsiteX0" fmla="*/ 0 w 2869406"/>
                <a:gd name="connsiteY0" fmla="*/ 1392689 h 1392689"/>
                <a:gd name="connsiteX1" fmla="*/ 730953 w 2869406"/>
                <a:gd name="connsiteY1" fmla="*/ 1298105 h 1392689"/>
                <a:gd name="connsiteX2" fmla="*/ 1432628 w 2869406"/>
                <a:gd name="connsiteY2" fmla="*/ 355 h 1392689"/>
                <a:gd name="connsiteX3" fmla="*/ 1996511 w 2869406"/>
                <a:gd name="connsiteY3" fmla="*/ 1160717 h 1392689"/>
                <a:gd name="connsiteX4" fmla="*/ 2869406 w 2869406"/>
                <a:gd name="connsiteY4" fmla="*/ 1373769 h 1392689"/>
                <a:gd name="connsiteX0" fmla="*/ 0 w 2869406"/>
                <a:gd name="connsiteY0" fmla="*/ 1392504 h 1392504"/>
                <a:gd name="connsiteX1" fmla="*/ 788103 w 2869406"/>
                <a:gd name="connsiteY1" fmla="*/ 1255348 h 1392504"/>
                <a:gd name="connsiteX2" fmla="*/ 1432628 w 2869406"/>
                <a:gd name="connsiteY2" fmla="*/ 170 h 1392504"/>
                <a:gd name="connsiteX3" fmla="*/ 1996511 w 2869406"/>
                <a:gd name="connsiteY3" fmla="*/ 1160532 h 1392504"/>
                <a:gd name="connsiteX4" fmla="*/ 2869406 w 2869406"/>
                <a:gd name="connsiteY4" fmla="*/ 1373584 h 1392504"/>
                <a:gd name="connsiteX0" fmla="*/ 0 w 2869406"/>
                <a:gd name="connsiteY0" fmla="*/ 1392504 h 1392504"/>
                <a:gd name="connsiteX1" fmla="*/ 788103 w 2869406"/>
                <a:gd name="connsiteY1" fmla="*/ 1255348 h 1392504"/>
                <a:gd name="connsiteX2" fmla="*/ 1432628 w 2869406"/>
                <a:gd name="connsiteY2" fmla="*/ 170 h 1392504"/>
                <a:gd name="connsiteX3" fmla="*/ 1996511 w 2869406"/>
                <a:gd name="connsiteY3" fmla="*/ 1160532 h 1392504"/>
                <a:gd name="connsiteX4" fmla="*/ 2869406 w 2869406"/>
                <a:gd name="connsiteY4" fmla="*/ 1373584 h 1392504"/>
                <a:gd name="connsiteX0" fmla="*/ 0 w 2874169"/>
                <a:gd name="connsiteY0" fmla="*/ 1368854 h 1386449"/>
                <a:gd name="connsiteX1" fmla="*/ 792866 w 2874169"/>
                <a:gd name="connsiteY1" fmla="*/ 1255348 h 1386449"/>
                <a:gd name="connsiteX2" fmla="*/ 1437391 w 2874169"/>
                <a:gd name="connsiteY2" fmla="*/ 170 h 1386449"/>
                <a:gd name="connsiteX3" fmla="*/ 2001274 w 2874169"/>
                <a:gd name="connsiteY3" fmla="*/ 1160532 h 1386449"/>
                <a:gd name="connsiteX4" fmla="*/ 2874169 w 2874169"/>
                <a:gd name="connsiteY4" fmla="*/ 1373584 h 1386449"/>
                <a:gd name="connsiteX0" fmla="*/ 0 w 2874169"/>
                <a:gd name="connsiteY0" fmla="*/ 1368854 h 1386451"/>
                <a:gd name="connsiteX1" fmla="*/ 792866 w 2874169"/>
                <a:gd name="connsiteY1" fmla="*/ 1255348 h 1386451"/>
                <a:gd name="connsiteX2" fmla="*/ 1437391 w 2874169"/>
                <a:gd name="connsiteY2" fmla="*/ 170 h 1386451"/>
                <a:gd name="connsiteX3" fmla="*/ 2001274 w 2874169"/>
                <a:gd name="connsiteY3" fmla="*/ 1160532 h 1386451"/>
                <a:gd name="connsiteX4" fmla="*/ 2874169 w 2874169"/>
                <a:gd name="connsiteY4" fmla="*/ 1373584 h 1386451"/>
                <a:gd name="connsiteX0" fmla="*/ 0 w 2874169"/>
                <a:gd name="connsiteY0" fmla="*/ 1368854 h 1386449"/>
                <a:gd name="connsiteX1" fmla="*/ 792866 w 2874169"/>
                <a:gd name="connsiteY1" fmla="*/ 1255348 h 1386449"/>
                <a:gd name="connsiteX2" fmla="*/ 1437391 w 2874169"/>
                <a:gd name="connsiteY2" fmla="*/ 170 h 1386449"/>
                <a:gd name="connsiteX3" fmla="*/ 2010799 w 2874169"/>
                <a:gd name="connsiteY3" fmla="*/ 1160531 h 1386449"/>
                <a:gd name="connsiteX4" fmla="*/ 2874169 w 2874169"/>
                <a:gd name="connsiteY4" fmla="*/ 1373584 h 1386449"/>
                <a:gd name="connsiteX0" fmla="*/ 0 w 2874169"/>
                <a:gd name="connsiteY0" fmla="*/ 1368856 h 1386453"/>
                <a:gd name="connsiteX1" fmla="*/ 792866 w 2874169"/>
                <a:gd name="connsiteY1" fmla="*/ 1255350 h 1386453"/>
                <a:gd name="connsiteX2" fmla="*/ 1437391 w 2874169"/>
                <a:gd name="connsiteY2" fmla="*/ 172 h 1386453"/>
                <a:gd name="connsiteX3" fmla="*/ 2010799 w 2874169"/>
                <a:gd name="connsiteY3" fmla="*/ 1160533 h 1386453"/>
                <a:gd name="connsiteX4" fmla="*/ 2874169 w 2874169"/>
                <a:gd name="connsiteY4" fmla="*/ 1373586 h 1386453"/>
                <a:gd name="connsiteX0" fmla="*/ 0 w 2874169"/>
                <a:gd name="connsiteY0" fmla="*/ 1368856 h 1386755"/>
                <a:gd name="connsiteX1" fmla="*/ 792866 w 2874169"/>
                <a:gd name="connsiteY1" fmla="*/ 1255350 h 1386755"/>
                <a:gd name="connsiteX2" fmla="*/ 1437391 w 2874169"/>
                <a:gd name="connsiteY2" fmla="*/ 172 h 1386755"/>
                <a:gd name="connsiteX3" fmla="*/ 2010799 w 2874169"/>
                <a:gd name="connsiteY3" fmla="*/ 1160533 h 1386755"/>
                <a:gd name="connsiteX4" fmla="*/ 2874169 w 2874169"/>
                <a:gd name="connsiteY4" fmla="*/ 1373586 h 1386755"/>
                <a:gd name="connsiteX0" fmla="*/ 0 w 2874169"/>
                <a:gd name="connsiteY0" fmla="*/ 1368767 h 1388946"/>
                <a:gd name="connsiteX1" fmla="*/ 792866 w 2874169"/>
                <a:gd name="connsiteY1" fmla="*/ 1255261 h 1388946"/>
                <a:gd name="connsiteX2" fmla="*/ 1437391 w 2874169"/>
                <a:gd name="connsiteY2" fmla="*/ 83 h 1388946"/>
                <a:gd name="connsiteX3" fmla="*/ 2022705 w 2874169"/>
                <a:gd name="connsiteY3" fmla="*/ 1188826 h 1388946"/>
                <a:gd name="connsiteX4" fmla="*/ 2874169 w 2874169"/>
                <a:gd name="connsiteY4" fmla="*/ 1373497 h 1388946"/>
                <a:gd name="connsiteX0" fmla="*/ 0 w 2874169"/>
                <a:gd name="connsiteY0" fmla="*/ 1368821 h 1387407"/>
                <a:gd name="connsiteX1" fmla="*/ 792866 w 2874169"/>
                <a:gd name="connsiteY1" fmla="*/ 1255315 h 1387407"/>
                <a:gd name="connsiteX2" fmla="*/ 1437391 w 2874169"/>
                <a:gd name="connsiteY2" fmla="*/ 137 h 1387407"/>
                <a:gd name="connsiteX3" fmla="*/ 2020324 w 2874169"/>
                <a:gd name="connsiteY3" fmla="*/ 1169959 h 1387407"/>
                <a:gd name="connsiteX4" fmla="*/ 2874169 w 2874169"/>
                <a:gd name="connsiteY4" fmla="*/ 1373551 h 1387407"/>
                <a:gd name="connsiteX0" fmla="*/ 0 w 2874169"/>
                <a:gd name="connsiteY0" fmla="*/ 1368779 h 1388529"/>
                <a:gd name="connsiteX1" fmla="*/ 792866 w 2874169"/>
                <a:gd name="connsiteY1" fmla="*/ 1255273 h 1388529"/>
                <a:gd name="connsiteX2" fmla="*/ 1437391 w 2874169"/>
                <a:gd name="connsiteY2" fmla="*/ 95 h 1388529"/>
                <a:gd name="connsiteX3" fmla="*/ 2020324 w 2874169"/>
                <a:gd name="connsiteY3" fmla="*/ 1184108 h 1388529"/>
                <a:gd name="connsiteX4" fmla="*/ 2874169 w 2874169"/>
                <a:gd name="connsiteY4" fmla="*/ 1373509 h 1388529"/>
                <a:gd name="connsiteX0" fmla="*/ 0 w 2874169"/>
                <a:gd name="connsiteY0" fmla="*/ 1368779 h 1388926"/>
                <a:gd name="connsiteX1" fmla="*/ 792866 w 2874169"/>
                <a:gd name="connsiteY1" fmla="*/ 1255273 h 1388926"/>
                <a:gd name="connsiteX2" fmla="*/ 1437391 w 2874169"/>
                <a:gd name="connsiteY2" fmla="*/ 95 h 1388926"/>
                <a:gd name="connsiteX3" fmla="*/ 2020324 w 2874169"/>
                <a:gd name="connsiteY3" fmla="*/ 1184108 h 1388926"/>
                <a:gd name="connsiteX4" fmla="*/ 2874169 w 2874169"/>
                <a:gd name="connsiteY4" fmla="*/ 1373509 h 1388926"/>
                <a:gd name="connsiteX0" fmla="*/ 0 w 2874169"/>
                <a:gd name="connsiteY0" fmla="*/ 1368777 h 1388926"/>
                <a:gd name="connsiteX1" fmla="*/ 792866 w 2874169"/>
                <a:gd name="connsiteY1" fmla="*/ 1255271 h 1388926"/>
                <a:gd name="connsiteX2" fmla="*/ 1437391 w 2874169"/>
                <a:gd name="connsiteY2" fmla="*/ 93 h 1388926"/>
                <a:gd name="connsiteX3" fmla="*/ 2020324 w 2874169"/>
                <a:gd name="connsiteY3" fmla="*/ 1184106 h 1388926"/>
                <a:gd name="connsiteX4" fmla="*/ 2874169 w 2874169"/>
                <a:gd name="connsiteY4" fmla="*/ 1373507 h 1388926"/>
                <a:gd name="connsiteX0" fmla="*/ 0 w 2874169"/>
                <a:gd name="connsiteY0" fmla="*/ 1368777 h 1388924"/>
                <a:gd name="connsiteX1" fmla="*/ 792866 w 2874169"/>
                <a:gd name="connsiteY1" fmla="*/ 1255271 h 1388924"/>
                <a:gd name="connsiteX2" fmla="*/ 1437391 w 2874169"/>
                <a:gd name="connsiteY2" fmla="*/ 93 h 1388924"/>
                <a:gd name="connsiteX3" fmla="*/ 2020324 w 2874169"/>
                <a:gd name="connsiteY3" fmla="*/ 1184106 h 1388924"/>
                <a:gd name="connsiteX4" fmla="*/ 2874169 w 2874169"/>
                <a:gd name="connsiteY4" fmla="*/ 1373507 h 1388924"/>
                <a:gd name="connsiteX0" fmla="*/ 0 w 2874169"/>
                <a:gd name="connsiteY0" fmla="*/ 1368690 h 1388839"/>
                <a:gd name="connsiteX1" fmla="*/ 792866 w 2874169"/>
                <a:gd name="connsiteY1" fmla="*/ 1255184 h 1388839"/>
                <a:gd name="connsiteX2" fmla="*/ 1437391 w 2874169"/>
                <a:gd name="connsiteY2" fmla="*/ 6 h 1388839"/>
                <a:gd name="connsiteX3" fmla="*/ 2020324 w 2874169"/>
                <a:gd name="connsiteY3" fmla="*/ 1184019 h 1388839"/>
                <a:gd name="connsiteX4" fmla="*/ 2874169 w 2874169"/>
                <a:gd name="connsiteY4" fmla="*/ 1373420 h 1388839"/>
                <a:gd name="connsiteX0" fmla="*/ 0 w 2874169"/>
                <a:gd name="connsiteY0" fmla="*/ 1368688 h 1388835"/>
                <a:gd name="connsiteX1" fmla="*/ 792866 w 2874169"/>
                <a:gd name="connsiteY1" fmla="*/ 1255182 h 1388835"/>
                <a:gd name="connsiteX2" fmla="*/ 1437391 w 2874169"/>
                <a:gd name="connsiteY2" fmla="*/ 4 h 1388835"/>
                <a:gd name="connsiteX3" fmla="*/ 2020324 w 2874169"/>
                <a:gd name="connsiteY3" fmla="*/ 1184017 h 1388835"/>
                <a:gd name="connsiteX4" fmla="*/ 2874169 w 2874169"/>
                <a:gd name="connsiteY4" fmla="*/ 1373418 h 1388835"/>
                <a:gd name="connsiteX0" fmla="*/ 0 w 2874169"/>
                <a:gd name="connsiteY0" fmla="*/ 1368688 h 1388837"/>
                <a:gd name="connsiteX1" fmla="*/ 792866 w 2874169"/>
                <a:gd name="connsiteY1" fmla="*/ 1255182 h 1388837"/>
                <a:gd name="connsiteX2" fmla="*/ 1437391 w 2874169"/>
                <a:gd name="connsiteY2" fmla="*/ 4 h 1388837"/>
                <a:gd name="connsiteX3" fmla="*/ 2020324 w 2874169"/>
                <a:gd name="connsiteY3" fmla="*/ 1184017 h 1388837"/>
                <a:gd name="connsiteX4" fmla="*/ 2874169 w 2874169"/>
                <a:gd name="connsiteY4" fmla="*/ 1373418 h 1388837"/>
                <a:gd name="connsiteX0" fmla="*/ 0 w 2874169"/>
                <a:gd name="connsiteY0" fmla="*/ 1368688 h 1391280"/>
                <a:gd name="connsiteX1" fmla="*/ 792866 w 2874169"/>
                <a:gd name="connsiteY1" fmla="*/ 1255182 h 1391280"/>
                <a:gd name="connsiteX2" fmla="*/ 1437391 w 2874169"/>
                <a:gd name="connsiteY2" fmla="*/ 4 h 1391280"/>
                <a:gd name="connsiteX3" fmla="*/ 2020324 w 2874169"/>
                <a:gd name="connsiteY3" fmla="*/ 1184017 h 1391280"/>
                <a:gd name="connsiteX4" fmla="*/ 2874169 w 2874169"/>
                <a:gd name="connsiteY4" fmla="*/ 1373418 h 1391280"/>
                <a:gd name="connsiteX0" fmla="*/ 0 w 2874169"/>
                <a:gd name="connsiteY0" fmla="*/ 1368688 h 1391280"/>
                <a:gd name="connsiteX1" fmla="*/ 792866 w 2874169"/>
                <a:gd name="connsiteY1" fmla="*/ 1255182 h 1391280"/>
                <a:gd name="connsiteX2" fmla="*/ 1437391 w 2874169"/>
                <a:gd name="connsiteY2" fmla="*/ 4 h 1391280"/>
                <a:gd name="connsiteX3" fmla="*/ 2020324 w 2874169"/>
                <a:gd name="connsiteY3" fmla="*/ 1184017 h 1391280"/>
                <a:gd name="connsiteX4" fmla="*/ 2874169 w 2874169"/>
                <a:gd name="connsiteY4" fmla="*/ 1373418 h 1391280"/>
                <a:gd name="connsiteX0" fmla="*/ 0 w 2874169"/>
                <a:gd name="connsiteY0" fmla="*/ 1368688 h 1391280"/>
                <a:gd name="connsiteX1" fmla="*/ 792866 w 2874169"/>
                <a:gd name="connsiteY1" fmla="*/ 1255182 h 1391280"/>
                <a:gd name="connsiteX2" fmla="*/ 1437391 w 2874169"/>
                <a:gd name="connsiteY2" fmla="*/ 4 h 1391280"/>
                <a:gd name="connsiteX3" fmla="*/ 2020324 w 2874169"/>
                <a:gd name="connsiteY3" fmla="*/ 1184017 h 1391280"/>
                <a:gd name="connsiteX4" fmla="*/ 2874169 w 2874169"/>
                <a:gd name="connsiteY4" fmla="*/ 1373418 h 1391280"/>
                <a:gd name="connsiteX0" fmla="*/ 0 w 2874169"/>
                <a:gd name="connsiteY0" fmla="*/ 1368688 h 1391280"/>
                <a:gd name="connsiteX1" fmla="*/ 792866 w 2874169"/>
                <a:gd name="connsiteY1" fmla="*/ 1255182 h 1391280"/>
                <a:gd name="connsiteX2" fmla="*/ 1437391 w 2874169"/>
                <a:gd name="connsiteY2" fmla="*/ 4 h 1391280"/>
                <a:gd name="connsiteX3" fmla="*/ 2020324 w 2874169"/>
                <a:gd name="connsiteY3" fmla="*/ 1184017 h 1391280"/>
                <a:gd name="connsiteX4" fmla="*/ 2874169 w 2874169"/>
                <a:gd name="connsiteY4" fmla="*/ 1373418 h 139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74169" h="1391280">
                  <a:moveTo>
                    <a:pt x="0" y="1368688"/>
                  </a:moveTo>
                  <a:cubicBezTo>
                    <a:pt x="375413" y="1376578"/>
                    <a:pt x="647249" y="1410103"/>
                    <a:pt x="792866" y="1255182"/>
                  </a:cubicBezTo>
                  <a:cubicBezTo>
                    <a:pt x="1016320" y="1006515"/>
                    <a:pt x="1232484" y="-2303"/>
                    <a:pt x="1437391" y="4"/>
                  </a:cubicBezTo>
                  <a:cubicBezTo>
                    <a:pt x="1644348" y="2334"/>
                    <a:pt x="1834422" y="995751"/>
                    <a:pt x="2020324" y="1184017"/>
                  </a:cubicBezTo>
                  <a:cubicBezTo>
                    <a:pt x="2174887" y="1349540"/>
                    <a:pt x="2433344" y="1429634"/>
                    <a:pt x="2874169" y="1373418"/>
                  </a:cubicBezTo>
                </a:path>
              </a:pathLst>
            </a:custGeom>
            <a:noFill/>
            <a:ln cap="rnd">
              <a:solidFill>
                <a:srgbClr val="392D6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/>
            </a:p>
          </p:txBody>
        </p:sp>
        <p:cxnSp>
          <p:nvCxnSpPr>
            <p:cNvPr id="28" name="Conector reto 29">
              <a:extLst>
                <a:ext uri="{FF2B5EF4-FFF2-40B4-BE49-F238E27FC236}">
                  <a16:creationId xmlns:a16="http://schemas.microsoft.com/office/drawing/2014/main" id="{BF250B4C-9978-27FC-EFDC-7AF50595AE53}"/>
                </a:ext>
              </a:extLst>
            </p:cNvPr>
            <p:cNvCxnSpPr>
              <a:cxnSpLocks/>
            </p:cNvCxnSpPr>
            <p:nvPr/>
          </p:nvCxnSpPr>
          <p:spPr>
            <a:xfrm>
              <a:off x="8452535" y="2610249"/>
              <a:ext cx="0" cy="3291243"/>
            </a:xfrm>
            <a:prstGeom prst="line">
              <a:avLst/>
            </a:prstGeom>
            <a:ln cap="rnd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5EDC75D1-4034-C45B-2994-1D6A9D373103}"/>
                </a:ext>
              </a:extLst>
            </p:cNvPr>
            <p:cNvSpPr txBox="1"/>
            <p:nvPr/>
          </p:nvSpPr>
          <p:spPr>
            <a:xfrm>
              <a:off x="7287595" y="1859798"/>
              <a:ext cx="2329879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pt-BR" dirty="0">
                  <a:latin typeface="Roboto" panose="02000000000000000000" pitchFamily="2" charset="0"/>
                  <a:ea typeface="Roboto" panose="02000000000000000000" pitchFamily="2" charset="0"/>
                </a:rPr>
                <a:t>média=100</a:t>
              </a: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092DB715-8C41-BE10-C6E7-1F356C83C6AF}"/>
                </a:ext>
              </a:extLst>
            </p:cNvPr>
            <p:cNvSpPr txBox="1"/>
            <p:nvPr/>
          </p:nvSpPr>
          <p:spPr>
            <a:xfrm>
              <a:off x="7295445" y="2215288"/>
              <a:ext cx="2329879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pt-BR" dirty="0">
                  <a:latin typeface="Roboto" panose="02000000000000000000" pitchFamily="2" charset="0"/>
                  <a:ea typeface="Roboto" panose="02000000000000000000" pitchFamily="2" charset="0"/>
                </a:rPr>
                <a:t>sigma=20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7790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1975B-D819-E693-3787-A7DB722FA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EBBA4225-CFBA-DB9C-48CA-E81A028381F4}"/>
              </a:ext>
            </a:extLst>
          </p:cNvPr>
          <p:cNvSpPr/>
          <p:nvPr/>
        </p:nvSpPr>
        <p:spPr>
          <a:xfrm>
            <a:off x="0" y="479107"/>
            <a:ext cx="12188952" cy="5415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266"/>
              </a:lnSpc>
              <a:spcBef>
                <a:spcPts val="23"/>
              </a:spcBef>
              <a:buNone/>
            </a:pPr>
            <a:r>
              <a:rPr lang="pt-BR" sz="4690" b="1" kern="0" spc="47" noProof="0" dirty="0">
                <a:solidFill>
                  <a:srgbClr val="392D65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Passo 2: definir os parâmetros fixos</a:t>
            </a:r>
            <a:endParaRPr lang="pt-BR" sz="4690" noProof="0" dirty="0"/>
          </a:p>
        </p:txBody>
      </p:sp>
      <p:sp>
        <p:nvSpPr>
          <p:cNvPr id="25" name="Object 2">
            <a:extLst>
              <a:ext uri="{FF2B5EF4-FFF2-40B4-BE49-F238E27FC236}">
                <a16:creationId xmlns:a16="http://schemas.microsoft.com/office/drawing/2014/main" id="{8280230E-81C3-9C73-4EC1-19F8698A3FAB}"/>
              </a:ext>
            </a:extLst>
          </p:cNvPr>
          <p:cNvSpPr/>
          <p:nvPr/>
        </p:nvSpPr>
        <p:spPr>
          <a:xfrm>
            <a:off x="2412569" y="2330432"/>
            <a:ext cx="7366862" cy="219713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800"/>
              </a:lnSpc>
              <a:spcBef>
                <a:spcPts val="600"/>
              </a:spcBef>
              <a:buClr>
                <a:srgbClr val="392D65"/>
              </a:buClr>
              <a:buSzPct val="120000"/>
              <a:buFont typeface="Wingdings" panose="05000000000000000000" pitchFamily="2" charset="2"/>
              <a:buChar char="§"/>
            </a:pPr>
            <a:r>
              <a:rPr lang="pt-BR" sz="2000" b="1" kern="0" spc="49" noProof="0" dirty="0">
                <a:solidFill>
                  <a:srgbClr val="392D6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Preço de venda por picolé</a:t>
            </a:r>
            <a:r>
              <a:rPr lang="pt-BR" sz="2000" kern="0" spc="49" noProof="0" dirty="0"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 </a:t>
            </a:r>
            <a:r>
              <a:rPr lang="pt-BR" sz="2000" kern="0" spc="49" noProof="0" dirty="0" err="1"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</a:t>
            </a:r>
            <a:r>
              <a:rPr lang="pt-BR" sz="2000" kern="0" spc="49" noProof="0" dirty="0"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$ 5,00</a:t>
            </a:r>
          </a:p>
          <a:p>
            <a:pPr marL="285750" indent="-285750" algn="l">
              <a:lnSpc>
                <a:spcPts val="2800"/>
              </a:lnSpc>
              <a:spcBef>
                <a:spcPts val="600"/>
              </a:spcBef>
              <a:buClr>
                <a:srgbClr val="392D65"/>
              </a:buClr>
              <a:buSzPct val="120000"/>
              <a:buFont typeface="Wingdings" panose="05000000000000000000" pitchFamily="2" charset="2"/>
              <a:buChar char="§"/>
            </a:pPr>
            <a:endParaRPr lang="pt-BR" sz="2000" kern="0" spc="49" noProof="0" dirty="0">
              <a:latin typeface="Source Sans Pro" pitchFamily="34" charset="0"/>
              <a:ea typeface="Source Sans Pro" pitchFamily="34" charset="-122"/>
              <a:cs typeface="Source Sans Pro" pitchFamily="34" charset="-120"/>
            </a:endParaRPr>
          </a:p>
          <a:p>
            <a:pPr marL="285750" indent="-285750" algn="l">
              <a:lnSpc>
                <a:spcPts val="2800"/>
              </a:lnSpc>
              <a:spcBef>
                <a:spcPts val="600"/>
              </a:spcBef>
              <a:buClr>
                <a:srgbClr val="392D65"/>
              </a:buClr>
              <a:buSzPct val="120000"/>
              <a:buFont typeface="Wingdings" panose="05000000000000000000" pitchFamily="2" charset="2"/>
              <a:buChar char="§"/>
            </a:pPr>
            <a:r>
              <a:rPr lang="pt-BR" sz="2000" b="1" kern="0" spc="49" dirty="0">
                <a:solidFill>
                  <a:srgbClr val="392D6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Custo por picolé</a:t>
            </a:r>
            <a:r>
              <a:rPr lang="pt-BR" sz="2000" kern="0" spc="49" dirty="0"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 </a:t>
            </a:r>
            <a:r>
              <a:rPr lang="pt-BR" sz="2000" kern="0" spc="49" dirty="0" err="1"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</a:t>
            </a:r>
            <a:r>
              <a:rPr lang="pt-BR" sz="2000" kern="0" spc="49" dirty="0"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$ 2,00</a:t>
            </a:r>
          </a:p>
          <a:p>
            <a:pPr marL="285750" indent="-285750" algn="l">
              <a:lnSpc>
                <a:spcPts val="2800"/>
              </a:lnSpc>
              <a:spcBef>
                <a:spcPts val="600"/>
              </a:spcBef>
              <a:buClr>
                <a:srgbClr val="392D65"/>
              </a:buClr>
              <a:buSzPct val="120000"/>
              <a:buFont typeface="Wingdings" panose="05000000000000000000" pitchFamily="2" charset="2"/>
              <a:buChar char="§"/>
            </a:pPr>
            <a:endParaRPr lang="pt-BR" sz="2000" kern="0" spc="49" dirty="0">
              <a:latin typeface="Source Sans Pro" pitchFamily="34" charset="0"/>
              <a:ea typeface="Source Sans Pro" pitchFamily="34" charset="-122"/>
              <a:cs typeface="Source Sans Pro" pitchFamily="34" charset="-120"/>
            </a:endParaRPr>
          </a:p>
          <a:p>
            <a:pPr marL="285750" indent="-285750" algn="l">
              <a:lnSpc>
                <a:spcPts val="2800"/>
              </a:lnSpc>
              <a:spcBef>
                <a:spcPts val="600"/>
              </a:spcBef>
              <a:buClr>
                <a:srgbClr val="392D65"/>
              </a:buClr>
              <a:buSzPct val="120000"/>
              <a:buFont typeface="Wingdings" panose="05000000000000000000" pitchFamily="2" charset="2"/>
              <a:buChar char="§"/>
            </a:pPr>
            <a:r>
              <a:rPr lang="pt-BR" sz="2000" b="1" kern="0" spc="49" noProof="0" dirty="0">
                <a:solidFill>
                  <a:srgbClr val="392D6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Lucro por unidade</a:t>
            </a:r>
            <a:r>
              <a:rPr lang="pt-BR" sz="2000" kern="0" spc="49" noProof="0" dirty="0"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 </a:t>
            </a:r>
            <a:r>
              <a:rPr lang="pt-BR" sz="2000" kern="0" spc="49" noProof="0" dirty="0" err="1"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</a:t>
            </a:r>
            <a:r>
              <a:rPr lang="pt-BR" sz="2000" kern="0" spc="49" noProof="0" dirty="0"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$ 5</a:t>
            </a:r>
            <a:r>
              <a:rPr lang="pt-BR" sz="2000" kern="0" spc="49" dirty="0"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,00 – </a:t>
            </a:r>
            <a:r>
              <a:rPr lang="pt-BR" sz="2000" kern="0" spc="49" dirty="0" err="1"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</a:t>
            </a:r>
            <a:r>
              <a:rPr lang="pt-BR" sz="2000" kern="0" spc="49" dirty="0"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$ 2,00 = </a:t>
            </a:r>
            <a:r>
              <a:rPr lang="pt-BR" sz="2000" kern="0" spc="49" dirty="0" err="1"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</a:t>
            </a:r>
            <a:r>
              <a:rPr lang="pt-BR" sz="2000" kern="0" spc="49" dirty="0"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$ 3,00</a:t>
            </a:r>
            <a:endParaRPr lang="pt-BR" sz="2000" kern="0" spc="49" noProof="0" dirty="0">
              <a:latin typeface="Source Sans Pro" pitchFamily="34" charset="0"/>
              <a:ea typeface="Source Sans Pro" pitchFamily="34" charset="-122"/>
              <a:cs typeface="Source Sans Pro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14395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76D77-01AD-F149-5326-0CF333FFC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6D6AE6C5-5670-CBB9-4984-7356880D47A7}"/>
              </a:ext>
            </a:extLst>
          </p:cNvPr>
          <p:cNvSpPr/>
          <p:nvPr/>
        </p:nvSpPr>
        <p:spPr>
          <a:xfrm>
            <a:off x="0" y="479107"/>
            <a:ext cx="12188952" cy="5415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266"/>
              </a:lnSpc>
              <a:spcBef>
                <a:spcPts val="23"/>
              </a:spcBef>
              <a:buNone/>
            </a:pPr>
            <a:r>
              <a:rPr lang="pt-BR" sz="4690" b="1" kern="0" spc="47" noProof="0" dirty="0">
                <a:solidFill>
                  <a:srgbClr val="392D65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Passo 3: Probabilidade de lucro maior que a média</a:t>
            </a:r>
            <a:endParaRPr lang="pt-BR" sz="4690" noProof="0" dirty="0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F5AE1605-57D1-372E-8512-C3D23362C915}"/>
              </a:ext>
            </a:extLst>
          </p:cNvPr>
          <p:cNvSpPr/>
          <p:nvPr/>
        </p:nvSpPr>
        <p:spPr>
          <a:xfrm>
            <a:off x="5137917" y="4995615"/>
            <a:ext cx="241393" cy="2413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9590D1D1-308F-2BF8-070A-B145EE486669}"/>
              </a:ext>
            </a:extLst>
          </p:cNvPr>
          <p:cNvSpPr/>
          <p:nvPr/>
        </p:nvSpPr>
        <p:spPr>
          <a:xfrm>
            <a:off x="4155611" y="3220507"/>
            <a:ext cx="2127041" cy="2161343"/>
          </a:xfrm>
          <a:custGeom>
            <a:avLst/>
            <a:gdLst>
              <a:gd name="connsiteX0" fmla="*/ 0 w 1834251"/>
              <a:gd name="connsiteY0" fmla="*/ 0 h 1782257"/>
              <a:gd name="connsiteX1" fmla="*/ 1834251 w 1834251"/>
              <a:gd name="connsiteY1" fmla="*/ 0 h 1782257"/>
              <a:gd name="connsiteX2" fmla="*/ 1834251 w 1834251"/>
              <a:gd name="connsiteY2" fmla="*/ 1782257 h 1782257"/>
              <a:gd name="connsiteX3" fmla="*/ 0 w 1834251"/>
              <a:gd name="connsiteY3" fmla="*/ 1782257 h 1782257"/>
              <a:gd name="connsiteX4" fmla="*/ 0 w 1834251"/>
              <a:gd name="connsiteY4" fmla="*/ 0 h 1782257"/>
              <a:gd name="connsiteX0" fmla="*/ 0 w 1834251"/>
              <a:gd name="connsiteY0" fmla="*/ 0 h 1782257"/>
              <a:gd name="connsiteX1" fmla="*/ 480580 w 1834251"/>
              <a:gd name="connsiteY1" fmla="*/ 466165 h 1782257"/>
              <a:gd name="connsiteX2" fmla="*/ 1834251 w 1834251"/>
              <a:gd name="connsiteY2" fmla="*/ 1782257 h 1782257"/>
              <a:gd name="connsiteX3" fmla="*/ 0 w 1834251"/>
              <a:gd name="connsiteY3" fmla="*/ 1782257 h 1782257"/>
              <a:gd name="connsiteX4" fmla="*/ 0 w 1834251"/>
              <a:gd name="connsiteY4" fmla="*/ 0 h 1782257"/>
              <a:gd name="connsiteX0" fmla="*/ 0 w 1834251"/>
              <a:gd name="connsiteY0" fmla="*/ 0 h 1782257"/>
              <a:gd name="connsiteX1" fmla="*/ 480580 w 1834251"/>
              <a:gd name="connsiteY1" fmla="*/ 466165 h 1782257"/>
              <a:gd name="connsiteX2" fmla="*/ 1834251 w 1834251"/>
              <a:gd name="connsiteY2" fmla="*/ 1782257 h 1782257"/>
              <a:gd name="connsiteX3" fmla="*/ 0 w 1834251"/>
              <a:gd name="connsiteY3" fmla="*/ 1782257 h 1782257"/>
              <a:gd name="connsiteX4" fmla="*/ 0 w 1834251"/>
              <a:gd name="connsiteY4" fmla="*/ 0 h 1782257"/>
              <a:gd name="connsiteX0" fmla="*/ 0 w 1854889"/>
              <a:gd name="connsiteY0" fmla="*/ 0 h 1782257"/>
              <a:gd name="connsiteX1" fmla="*/ 480580 w 1854889"/>
              <a:gd name="connsiteY1" fmla="*/ 466165 h 1782257"/>
              <a:gd name="connsiteX2" fmla="*/ 957333 w 1854889"/>
              <a:gd name="connsiteY2" fmla="*/ 969167 h 1782257"/>
              <a:gd name="connsiteX3" fmla="*/ 1834251 w 1854889"/>
              <a:gd name="connsiteY3" fmla="*/ 1782257 h 1782257"/>
              <a:gd name="connsiteX4" fmla="*/ 0 w 1854889"/>
              <a:gd name="connsiteY4" fmla="*/ 1782257 h 1782257"/>
              <a:gd name="connsiteX5" fmla="*/ 0 w 1854889"/>
              <a:gd name="connsiteY5" fmla="*/ 0 h 1782257"/>
              <a:gd name="connsiteX0" fmla="*/ 0 w 1923265"/>
              <a:gd name="connsiteY0" fmla="*/ 0 h 1782257"/>
              <a:gd name="connsiteX1" fmla="*/ 480580 w 1923265"/>
              <a:gd name="connsiteY1" fmla="*/ 466165 h 1782257"/>
              <a:gd name="connsiteX2" fmla="*/ 957333 w 1923265"/>
              <a:gd name="connsiteY2" fmla="*/ 969167 h 1782257"/>
              <a:gd name="connsiteX3" fmla="*/ 1566933 w 1923265"/>
              <a:gd name="connsiteY3" fmla="*/ 1435332 h 1782257"/>
              <a:gd name="connsiteX4" fmla="*/ 1834251 w 1923265"/>
              <a:gd name="connsiteY4" fmla="*/ 1782257 h 1782257"/>
              <a:gd name="connsiteX5" fmla="*/ 0 w 1923265"/>
              <a:gd name="connsiteY5" fmla="*/ 1782257 h 1782257"/>
              <a:gd name="connsiteX6" fmla="*/ 0 w 1923265"/>
              <a:gd name="connsiteY6" fmla="*/ 0 h 1782257"/>
              <a:gd name="connsiteX0" fmla="*/ 0 w 1977114"/>
              <a:gd name="connsiteY0" fmla="*/ 0 h 1782257"/>
              <a:gd name="connsiteX1" fmla="*/ 480580 w 1977114"/>
              <a:gd name="connsiteY1" fmla="*/ 466165 h 1782257"/>
              <a:gd name="connsiteX2" fmla="*/ 957333 w 1977114"/>
              <a:gd name="connsiteY2" fmla="*/ 969167 h 1782257"/>
              <a:gd name="connsiteX3" fmla="*/ 1800016 w 1977114"/>
              <a:gd name="connsiteY3" fmla="*/ 1265003 h 1782257"/>
              <a:gd name="connsiteX4" fmla="*/ 1834251 w 1977114"/>
              <a:gd name="connsiteY4" fmla="*/ 1782257 h 1782257"/>
              <a:gd name="connsiteX5" fmla="*/ 0 w 1977114"/>
              <a:gd name="connsiteY5" fmla="*/ 1782257 h 1782257"/>
              <a:gd name="connsiteX6" fmla="*/ 0 w 1977114"/>
              <a:gd name="connsiteY6" fmla="*/ 0 h 1782257"/>
              <a:gd name="connsiteX0" fmla="*/ 0 w 1977114"/>
              <a:gd name="connsiteY0" fmla="*/ 0 h 1782257"/>
              <a:gd name="connsiteX1" fmla="*/ 480580 w 1977114"/>
              <a:gd name="connsiteY1" fmla="*/ 466165 h 1782257"/>
              <a:gd name="connsiteX2" fmla="*/ 634604 w 1977114"/>
              <a:gd name="connsiteY2" fmla="*/ 1040885 h 1782257"/>
              <a:gd name="connsiteX3" fmla="*/ 1800016 w 1977114"/>
              <a:gd name="connsiteY3" fmla="*/ 1265003 h 1782257"/>
              <a:gd name="connsiteX4" fmla="*/ 1834251 w 1977114"/>
              <a:gd name="connsiteY4" fmla="*/ 1782257 h 1782257"/>
              <a:gd name="connsiteX5" fmla="*/ 0 w 1977114"/>
              <a:gd name="connsiteY5" fmla="*/ 1782257 h 1782257"/>
              <a:gd name="connsiteX6" fmla="*/ 0 w 1977114"/>
              <a:gd name="connsiteY6" fmla="*/ 0 h 1782257"/>
              <a:gd name="connsiteX0" fmla="*/ 0 w 1977114"/>
              <a:gd name="connsiteY0" fmla="*/ 0 h 1782257"/>
              <a:gd name="connsiteX1" fmla="*/ 157850 w 1977114"/>
              <a:gd name="connsiteY1" fmla="*/ 591671 h 1782257"/>
              <a:gd name="connsiteX2" fmla="*/ 634604 w 1977114"/>
              <a:gd name="connsiteY2" fmla="*/ 1040885 h 1782257"/>
              <a:gd name="connsiteX3" fmla="*/ 1800016 w 1977114"/>
              <a:gd name="connsiteY3" fmla="*/ 1265003 h 1782257"/>
              <a:gd name="connsiteX4" fmla="*/ 1834251 w 1977114"/>
              <a:gd name="connsiteY4" fmla="*/ 1782257 h 1782257"/>
              <a:gd name="connsiteX5" fmla="*/ 0 w 1977114"/>
              <a:gd name="connsiteY5" fmla="*/ 1782257 h 1782257"/>
              <a:gd name="connsiteX6" fmla="*/ 0 w 1977114"/>
              <a:gd name="connsiteY6" fmla="*/ 0 h 1782257"/>
              <a:gd name="connsiteX0" fmla="*/ 0 w 1977114"/>
              <a:gd name="connsiteY0" fmla="*/ 0 h 1782257"/>
              <a:gd name="connsiteX1" fmla="*/ 195332 w 1977114"/>
              <a:gd name="connsiteY1" fmla="*/ 422320 h 1782257"/>
              <a:gd name="connsiteX2" fmla="*/ 157850 w 1977114"/>
              <a:gd name="connsiteY2" fmla="*/ 591671 h 1782257"/>
              <a:gd name="connsiteX3" fmla="*/ 634604 w 1977114"/>
              <a:gd name="connsiteY3" fmla="*/ 1040885 h 1782257"/>
              <a:gd name="connsiteX4" fmla="*/ 1800016 w 1977114"/>
              <a:gd name="connsiteY4" fmla="*/ 1265003 h 1782257"/>
              <a:gd name="connsiteX5" fmla="*/ 1834251 w 1977114"/>
              <a:gd name="connsiteY5" fmla="*/ 1782257 h 1782257"/>
              <a:gd name="connsiteX6" fmla="*/ 0 w 1977114"/>
              <a:gd name="connsiteY6" fmla="*/ 1782257 h 1782257"/>
              <a:gd name="connsiteX7" fmla="*/ 0 w 1977114"/>
              <a:gd name="connsiteY7" fmla="*/ 0 h 1782257"/>
              <a:gd name="connsiteX0" fmla="*/ 0 w 1977114"/>
              <a:gd name="connsiteY0" fmla="*/ 0 h 1782257"/>
              <a:gd name="connsiteX1" fmla="*/ 195332 w 1977114"/>
              <a:gd name="connsiteY1" fmla="*/ 422320 h 1782257"/>
              <a:gd name="connsiteX2" fmla="*/ 346109 w 1977114"/>
              <a:gd name="connsiteY2" fmla="*/ 753036 h 1782257"/>
              <a:gd name="connsiteX3" fmla="*/ 634604 w 1977114"/>
              <a:gd name="connsiteY3" fmla="*/ 1040885 h 1782257"/>
              <a:gd name="connsiteX4" fmla="*/ 1800016 w 1977114"/>
              <a:gd name="connsiteY4" fmla="*/ 1265003 h 1782257"/>
              <a:gd name="connsiteX5" fmla="*/ 1834251 w 1977114"/>
              <a:gd name="connsiteY5" fmla="*/ 1782257 h 1782257"/>
              <a:gd name="connsiteX6" fmla="*/ 0 w 1977114"/>
              <a:gd name="connsiteY6" fmla="*/ 1782257 h 1782257"/>
              <a:gd name="connsiteX7" fmla="*/ 0 w 1977114"/>
              <a:gd name="connsiteY7" fmla="*/ 0 h 1782257"/>
              <a:gd name="connsiteX0" fmla="*/ 0 w 1977114"/>
              <a:gd name="connsiteY0" fmla="*/ 0 h 1782257"/>
              <a:gd name="connsiteX1" fmla="*/ 195332 w 1977114"/>
              <a:gd name="connsiteY1" fmla="*/ 422320 h 1782257"/>
              <a:gd name="connsiteX2" fmla="*/ 346109 w 1977114"/>
              <a:gd name="connsiteY2" fmla="*/ 753036 h 1782257"/>
              <a:gd name="connsiteX3" fmla="*/ 634604 w 1977114"/>
              <a:gd name="connsiteY3" fmla="*/ 1040885 h 1782257"/>
              <a:gd name="connsiteX4" fmla="*/ 1800016 w 1977114"/>
              <a:gd name="connsiteY4" fmla="*/ 1265003 h 1782257"/>
              <a:gd name="connsiteX5" fmla="*/ 1834251 w 1977114"/>
              <a:gd name="connsiteY5" fmla="*/ 1782257 h 1782257"/>
              <a:gd name="connsiteX6" fmla="*/ 0 w 1977114"/>
              <a:gd name="connsiteY6" fmla="*/ 1782257 h 1782257"/>
              <a:gd name="connsiteX7" fmla="*/ 0 w 1977114"/>
              <a:gd name="connsiteY7" fmla="*/ 0 h 1782257"/>
              <a:gd name="connsiteX0" fmla="*/ 0 w 1977114"/>
              <a:gd name="connsiteY0" fmla="*/ 0 h 1782257"/>
              <a:gd name="connsiteX1" fmla="*/ 195332 w 1977114"/>
              <a:gd name="connsiteY1" fmla="*/ 422320 h 1782257"/>
              <a:gd name="connsiteX2" fmla="*/ 346109 w 1977114"/>
              <a:gd name="connsiteY2" fmla="*/ 753036 h 1782257"/>
              <a:gd name="connsiteX3" fmla="*/ 545704 w 1977114"/>
              <a:gd name="connsiteY3" fmla="*/ 1009135 h 1782257"/>
              <a:gd name="connsiteX4" fmla="*/ 1800016 w 1977114"/>
              <a:gd name="connsiteY4" fmla="*/ 1265003 h 1782257"/>
              <a:gd name="connsiteX5" fmla="*/ 1834251 w 1977114"/>
              <a:gd name="connsiteY5" fmla="*/ 1782257 h 1782257"/>
              <a:gd name="connsiteX6" fmla="*/ 0 w 1977114"/>
              <a:gd name="connsiteY6" fmla="*/ 1782257 h 1782257"/>
              <a:gd name="connsiteX7" fmla="*/ 0 w 1977114"/>
              <a:gd name="connsiteY7" fmla="*/ 0 h 1782257"/>
              <a:gd name="connsiteX0" fmla="*/ 0 w 1977846"/>
              <a:gd name="connsiteY0" fmla="*/ 0 h 1782257"/>
              <a:gd name="connsiteX1" fmla="*/ 195332 w 1977846"/>
              <a:gd name="connsiteY1" fmla="*/ 422320 h 1782257"/>
              <a:gd name="connsiteX2" fmla="*/ 346109 w 1977846"/>
              <a:gd name="connsiteY2" fmla="*/ 753036 h 1782257"/>
              <a:gd name="connsiteX3" fmla="*/ 545704 w 1977846"/>
              <a:gd name="connsiteY3" fmla="*/ 1009135 h 1782257"/>
              <a:gd name="connsiteX4" fmla="*/ 942017 w 1977846"/>
              <a:gd name="connsiteY4" fmla="*/ 1124742 h 1782257"/>
              <a:gd name="connsiteX5" fmla="*/ 1800016 w 1977846"/>
              <a:gd name="connsiteY5" fmla="*/ 1265003 h 1782257"/>
              <a:gd name="connsiteX6" fmla="*/ 1834251 w 1977846"/>
              <a:gd name="connsiteY6" fmla="*/ 1782257 h 1782257"/>
              <a:gd name="connsiteX7" fmla="*/ 0 w 1977846"/>
              <a:gd name="connsiteY7" fmla="*/ 1782257 h 1782257"/>
              <a:gd name="connsiteX8" fmla="*/ 0 w 1977846"/>
              <a:gd name="connsiteY8" fmla="*/ 0 h 1782257"/>
              <a:gd name="connsiteX0" fmla="*/ 0 w 1977846"/>
              <a:gd name="connsiteY0" fmla="*/ 0 h 1782257"/>
              <a:gd name="connsiteX1" fmla="*/ 195332 w 1977846"/>
              <a:gd name="connsiteY1" fmla="*/ 422320 h 1782257"/>
              <a:gd name="connsiteX2" fmla="*/ 346109 w 1977846"/>
              <a:gd name="connsiteY2" fmla="*/ 753036 h 1782257"/>
              <a:gd name="connsiteX3" fmla="*/ 545704 w 1977846"/>
              <a:gd name="connsiteY3" fmla="*/ 1009135 h 1782257"/>
              <a:gd name="connsiteX4" fmla="*/ 907092 w 1977846"/>
              <a:gd name="connsiteY4" fmla="*/ 1172367 h 1782257"/>
              <a:gd name="connsiteX5" fmla="*/ 1800016 w 1977846"/>
              <a:gd name="connsiteY5" fmla="*/ 1265003 h 1782257"/>
              <a:gd name="connsiteX6" fmla="*/ 1834251 w 1977846"/>
              <a:gd name="connsiteY6" fmla="*/ 1782257 h 1782257"/>
              <a:gd name="connsiteX7" fmla="*/ 0 w 1977846"/>
              <a:gd name="connsiteY7" fmla="*/ 1782257 h 1782257"/>
              <a:gd name="connsiteX8" fmla="*/ 0 w 1977846"/>
              <a:gd name="connsiteY8" fmla="*/ 0 h 1782257"/>
              <a:gd name="connsiteX0" fmla="*/ 0 w 1977846"/>
              <a:gd name="connsiteY0" fmla="*/ 0 h 1782257"/>
              <a:gd name="connsiteX1" fmla="*/ 195332 w 1977846"/>
              <a:gd name="connsiteY1" fmla="*/ 422320 h 1782257"/>
              <a:gd name="connsiteX2" fmla="*/ 346109 w 1977846"/>
              <a:gd name="connsiteY2" fmla="*/ 753036 h 1782257"/>
              <a:gd name="connsiteX3" fmla="*/ 545704 w 1977846"/>
              <a:gd name="connsiteY3" fmla="*/ 1009135 h 1782257"/>
              <a:gd name="connsiteX4" fmla="*/ 907092 w 1977846"/>
              <a:gd name="connsiteY4" fmla="*/ 1245392 h 1782257"/>
              <a:gd name="connsiteX5" fmla="*/ 1800016 w 1977846"/>
              <a:gd name="connsiteY5" fmla="*/ 1265003 h 1782257"/>
              <a:gd name="connsiteX6" fmla="*/ 1834251 w 1977846"/>
              <a:gd name="connsiteY6" fmla="*/ 1782257 h 1782257"/>
              <a:gd name="connsiteX7" fmla="*/ 0 w 1977846"/>
              <a:gd name="connsiteY7" fmla="*/ 1782257 h 1782257"/>
              <a:gd name="connsiteX8" fmla="*/ 0 w 1977846"/>
              <a:gd name="connsiteY8" fmla="*/ 0 h 1782257"/>
              <a:gd name="connsiteX0" fmla="*/ 0 w 1977846"/>
              <a:gd name="connsiteY0" fmla="*/ 0 h 1782257"/>
              <a:gd name="connsiteX1" fmla="*/ 195332 w 1977846"/>
              <a:gd name="connsiteY1" fmla="*/ 422320 h 1782257"/>
              <a:gd name="connsiteX2" fmla="*/ 346109 w 1977846"/>
              <a:gd name="connsiteY2" fmla="*/ 753036 h 1782257"/>
              <a:gd name="connsiteX3" fmla="*/ 545704 w 1977846"/>
              <a:gd name="connsiteY3" fmla="*/ 1009135 h 1782257"/>
              <a:gd name="connsiteX4" fmla="*/ 907092 w 1977846"/>
              <a:gd name="connsiteY4" fmla="*/ 1353342 h 1782257"/>
              <a:gd name="connsiteX5" fmla="*/ 1800016 w 1977846"/>
              <a:gd name="connsiteY5" fmla="*/ 1265003 h 1782257"/>
              <a:gd name="connsiteX6" fmla="*/ 1834251 w 1977846"/>
              <a:gd name="connsiteY6" fmla="*/ 1782257 h 1782257"/>
              <a:gd name="connsiteX7" fmla="*/ 0 w 1977846"/>
              <a:gd name="connsiteY7" fmla="*/ 1782257 h 1782257"/>
              <a:gd name="connsiteX8" fmla="*/ 0 w 1977846"/>
              <a:gd name="connsiteY8" fmla="*/ 0 h 1782257"/>
              <a:gd name="connsiteX0" fmla="*/ 0 w 1977846"/>
              <a:gd name="connsiteY0" fmla="*/ 0 h 1782257"/>
              <a:gd name="connsiteX1" fmla="*/ 195332 w 1977846"/>
              <a:gd name="connsiteY1" fmla="*/ 422320 h 1782257"/>
              <a:gd name="connsiteX2" fmla="*/ 346109 w 1977846"/>
              <a:gd name="connsiteY2" fmla="*/ 753036 h 1782257"/>
              <a:gd name="connsiteX3" fmla="*/ 545704 w 1977846"/>
              <a:gd name="connsiteY3" fmla="*/ 1009135 h 1782257"/>
              <a:gd name="connsiteX4" fmla="*/ 951542 w 1977846"/>
              <a:gd name="connsiteY4" fmla="*/ 1289842 h 1782257"/>
              <a:gd name="connsiteX5" fmla="*/ 1800016 w 1977846"/>
              <a:gd name="connsiteY5" fmla="*/ 1265003 h 1782257"/>
              <a:gd name="connsiteX6" fmla="*/ 1834251 w 1977846"/>
              <a:gd name="connsiteY6" fmla="*/ 1782257 h 1782257"/>
              <a:gd name="connsiteX7" fmla="*/ 0 w 1977846"/>
              <a:gd name="connsiteY7" fmla="*/ 1782257 h 1782257"/>
              <a:gd name="connsiteX8" fmla="*/ 0 w 1977846"/>
              <a:gd name="connsiteY8" fmla="*/ 0 h 1782257"/>
              <a:gd name="connsiteX0" fmla="*/ 0 w 1977846"/>
              <a:gd name="connsiteY0" fmla="*/ 0 h 1782257"/>
              <a:gd name="connsiteX1" fmla="*/ 195332 w 1977846"/>
              <a:gd name="connsiteY1" fmla="*/ 422320 h 1782257"/>
              <a:gd name="connsiteX2" fmla="*/ 346109 w 1977846"/>
              <a:gd name="connsiteY2" fmla="*/ 753036 h 1782257"/>
              <a:gd name="connsiteX3" fmla="*/ 510779 w 1977846"/>
              <a:gd name="connsiteY3" fmla="*/ 1075810 h 1782257"/>
              <a:gd name="connsiteX4" fmla="*/ 951542 w 1977846"/>
              <a:gd name="connsiteY4" fmla="*/ 1289842 h 1782257"/>
              <a:gd name="connsiteX5" fmla="*/ 1800016 w 1977846"/>
              <a:gd name="connsiteY5" fmla="*/ 1265003 h 1782257"/>
              <a:gd name="connsiteX6" fmla="*/ 1834251 w 1977846"/>
              <a:gd name="connsiteY6" fmla="*/ 1782257 h 1782257"/>
              <a:gd name="connsiteX7" fmla="*/ 0 w 1977846"/>
              <a:gd name="connsiteY7" fmla="*/ 1782257 h 1782257"/>
              <a:gd name="connsiteX8" fmla="*/ 0 w 1977846"/>
              <a:gd name="connsiteY8" fmla="*/ 0 h 1782257"/>
              <a:gd name="connsiteX0" fmla="*/ 0 w 1977846"/>
              <a:gd name="connsiteY0" fmla="*/ 0 h 1782257"/>
              <a:gd name="connsiteX1" fmla="*/ 195332 w 1977846"/>
              <a:gd name="connsiteY1" fmla="*/ 422320 h 1782257"/>
              <a:gd name="connsiteX2" fmla="*/ 346109 w 1977846"/>
              <a:gd name="connsiteY2" fmla="*/ 753036 h 1782257"/>
              <a:gd name="connsiteX3" fmla="*/ 510779 w 1977846"/>
              <a:gd name="connsiteY3" fmla="*/ 1075810 h 1782257"/>
              <a:gd name="connsiteX4" fmla="*/ 951542 w 1977846"/>
              <a:gd name="connsiteY4" fmla="*/ 1289842 h 1782257"/>
              <a:gd name="connsiteX5" fmla="*/ 1800016 w 1977846"/>
              <a:gd name="connsiteY5" fmla="*/ 1265003 h 1782257"/>
              <a:gd name="connsiteX6" fmla="*/ 1834251 w 1977846"/>
              <a:gd name="connsiteY6" fmla="*/ 1782257 h 1782257"/>
              <a:gd name="connsiteX7" fmla="*/ 0 w 1977846"/>
              <a:gd name="connsiteY7" fmla="*/ 1782257 h 1782257"/>
              <a:gd name="connsiteX8" fmla="*/ 0 w 1977846"/>
              <a:gd name="connsiteY8" fmla="*/ 0 h 1782257"/>
              <a:gd name="connsiteX0" fmla="*/ 0 w 1977846"/>
              <a:gd name="connsiteY0" fmla="*/ 0 h 1782257"/>
              <a:gd name="connsiteX1" fmla="*/ 195332 w 1977846"/>
              <a:gd name="connsiteY1" fmla="*/ 422320 h 1782257"/>
              <a:gd name="connsiteX2" fmla="*/ 346109 w 1977846"/>
              <a:gd name="connsiteY2" fmla="*/ 753036 h 1782257"/>
              <a:gd name="connsiteX3" fmla="*/ 552054 w 1977846"/>
              <a:gd name="connsiteY3" fmla="*/ 1085335 h 1782257"/>
              <a:gd name="connsiteX4" fmla="*/ 951542 w 1977846"/>
              <a:gd name="connsiteY4" fmla="*/ 1289842 h 1782257"/>
              <a:gd name="connsiteX5" fmla="*/ 1800016 w 1977846"/>
              <a:gd name="connsiteY5" fmla="*/ 1265003 h 1782257"/>
              <a:gd name="connsiteX6" fmla="*/ 1834251 w 1977846"/>
              <a:gd name="connsiteY6" fmla="*/ 1782257 h 1782257"/>
              <a:gd name="connsiteX7" fmla="*/ 0 w 1977846"/>
              <a:gd name="connsiteY7" fmla="*/ 1782257 h 1782257"/>
              <a:gd name="connsiteX8" fmla="*/ 0 w 1977846"/>
              <a:gd name="connsiteY8" fmla="*/ 0 h 1782257"/>
              <a:gd name="connsiteX0" fmla="*/ 0 w 1977846"/>
              <a:gd name="connsiteY0" fmla="*/ 0 h 1782257"/>
              <a:gd name="connsiteX1" fmla="*/ 195332 w 1977846"/>
              <a:gd name="connsiteY1" fmla="*/ 422320 h 1782257"/>
              <a:gd name="connsiteX2" fmla="*/ 346109 w 1977846"/>
              <a:gd name="connsiteY2" fmla="*/ 753036 h 1782257"/>
              <a:gd name="connsiteX3" fmla="*/ 552054 w 1977846"/>
              <a:gd name="connsiteY3" fmla="*/ 1085335 h 1782257"/>
              <a:gd name="connsiteX4" fmla="*/ 894392 w 1977846"/>
              <a:gd name="connsiteY4" fmla="*/ 1280317 h 1782257"/>
              <a:gd name="connsiteX5" fmla="*/ 1800016 w 1977846"/>
              <a:gd name="connsiteY5" fmla="*/ 1265003 h 1782257"/>
              <a:gd name="connsiteX6" fmla="*/ 1834251 w 1977846"/>
              <a:gd name="connsiteY6" fmla="*/ 1782257 h 1782257"/>
              <a:gd name="connsiteX7" fmla="*/ 0 w 1977846"/>
              <a:gd name="connsiteY7" fmla="*/ 1782257 h 1782257"/>
              <a:gd name="connsiteX8" fmla="*/ 0 w 1977846"/>
              <a:gd name="connsiteY8" fmla="*/ 0 h 1782257"/>
              <a:gd name="connsiteX0" fmla="*/ 0 w 1977846"/>
              <a:gd name="connsiteY0" fmla="*/ 0 h 1782257"/>
              <a:gd name="connsiteX1" fmla="*/ 195332 w 1977846"/>
              <a:gd name="connsiteY1" fmla="*/ 422320 h 1782257"/>
              <a:gd name="connsiteX2" fmla="*/ 346109 w 1977846"/>
              <a:gd name="connsiteY2" fmla="*/ 753036 h 1782257"/>
              <a:gd name="connsiteX3" fmla="*/ 552054 w 1977846"/>
              <a:gd name="connsiteY3" fmla="*/ 1085335 h 1782257"/>
              <a:gd name="connsiteX4" fmla="*/ 954717 w 1977846"/>
              <a:gd name="connsiteY4" fmla="*/ 1277142 h 1782257"/>
              <a:gd name="connsiteX5" fmla="*/ 1800016 w 1977846"/>
              <a:gd name="connsiteY5" fmla="*/ 1265003 h 1782257"/>
              <a:gd name="connsiteX6" fmla="*/ 1834251 w 1977846"/>
              <a:gd name="connsiteY6" fmla="*/ 1782257 h 1782257"/>
              <a:gd name="connsiteX7" fmla="*/ 0 w 1977846"/>
              <a:gd name="connsiteY7" fmla="*/ 1782257 h 1782257"/>
              <a:gd name="connsiteX8" fmla="*/ 0 w 1977846"/>
              <a:gd name="connsiteY8" fmla="*/ 0 h 1782257"/>
              <a:gd name="connsiteX0" fmla="*/ 0 w 1914350"/>
              <a:gd name="connsiteY0" fmla="*/ 0 h 1782257"/>
              <a:gd name="connsiteX1" fmla="*/ 195332 w 1914350"/>
              <a:gd name="connsiteY1" fmla="*/ 422320 h 1782257"/>
              <a:gd name="connsiteX2" fmla="*/ 346109 w 1914350"/>
              <a:gd name="connsiteY2" fmla="*/ 753036 h 1782257"/>
              <a:gd name="connsiteX3" fmla="*/ 552054 w 1914350"/>
              <a:gd name="connsiteY3" fmla="*/ 1085335 h 1782257"/>
              <a:gd name="connsiteX4" fmla="*/ 954717 w 1914350"/>
              <a:gd name="connsiteY4" fmla="*/ 1277142 h 1782257"/>
              <a:gd name="connsiteX5" fmla="*/ 1498391 w 1914350"/>
              <a:gd name="connsiteY5" fmla="*/ 1468203 h 1782257"/>
              <a:gd name="connsiteX6" fmla="*/ 1834251 w 1914350"/>
              <a:gd name="connsiteY6" fmla="*/ 1782257 h 1782257"/>
              <a:gd name="connsiteX7" fmla="*/ 0 w 1914350"/>
              <a:gd name="connsiteY7" fmla="*/ 1782257 h 1782257"/>
              <a:gd name="connsiteX8" fmla="*/ 0 w 1914350"/>
              <a:gd name="connsiteY8" fmla="*/ 0 h 1782257"/>
              <a:gd name="connsiteX0" fmla="*/ 0 w 1966389"/>
              <a:gd name="connsiteY0" fmla="*/ 0 h 1782257"/>
              <a:gd name="connsiteX1" fmla="*/ 195332 w 1966389"/>
              <a:gd name="connsiteY1" fmla="*/ 422320 h 1782257"/>
              <a:gd name="connsiteX2" fmla="*/ 346109 w 1966389"/>
              <a:gd name="connsiteY2" fmla="*/ 753036 h 1782257"/>
              <a:gd name="connsiteX3" fmla="*/ 552054 w 1966389"/>
              <a:gd name="connsiteY3" fmla="*/ 1085335 h 1782257"/>
              <a:gd name="connsiteX4" fmla="*/ 954717 w 1966389"/>
              <a:gd name="connsiteY4" fmla="*/ 1277142 h 1782257"/>
              <a:gd name="connsiteX5" fmla="*/ 1765091 w 1966389"/>
              <a:gd name="connsiteY5" fmla="*/ 1398353 h 1782257"/>
              <a:gd name="connsiteX6" fmla="*/ 1834251 w 1966389"/>
              <a:gd name="connsiteY6" fmla="*/ 1782257 h 1782257"/>
              <a:gd name="connsiteX7" fmla="*/ 0 w 1966389"/>
              <a:gd name="connsiteY7" fmla="*/ 1782257 h 1782257"/>
              <a:gd name="connsiteX8" fmla="*/ 0 w 1966389"/>
              <a:gd name="connsiteY8" fmla="*/ 0 h 1782257"/>
              <a:gd name="connsiteX0" fmla="*/ 9525 w 1966389"/>
              <a:gd name="connsiteY0" fmla="*/ 0 h 1807657"/>
              <a:gd name="connsiteX1" fmla="*/ 195332 w 1966389"/>
              <a:gd name="connsiteY1" fmla="*/ 447720 h 1807657"/>
              <a:gd name="connsiteX2" fmla="*/ 346109 w 1966389"/>
              <a:gd name="connsiteY2" fmla="*/ 778436 h 1807657"/>
              <a:gd name="connsiteX3" fmla="*/ 552054 w 1966389"/>
              <a:gd name="connsiteY3" fmla="*/ 1110735 h 1807657"/>
              <a:gd name="connsiteX4" fmla="*/ 954717 w 1966389"/>
              <a:gd name="connsiteY4" fmla="*/ 1302542 h 1807657"/>
              <a:gd name="connsiteX5" fmla="*/ 1765091 w 1966389"/>
              <a:gd name="connsiteY5" fmla="*/ 1423753 h 1807657"/>
              <a:gd name="connsiteX6" fmla="*/ 1834251 w 1966389"/>
              <a:gd name="connsiteY6" fmla="*/ 1807657 h 1807657"/>
              <a:gd name="connsiteX7" fmla="*/ 0 w 1966389"/>
              <a:gd name="connsiteY7" fmla="*/ 1807657 h 1807657"/>
              <a:gd name="connsiteX8" fmla="*/ 9525 w 1966389"/>
              <a:gd name="connsiteY8" fmla="*/ 0 h 1807657"/>
              <a:gd name="connsiteX0" fmla="*/ 9525 w 1944383"/>
              <a:gd name="connsiteY0" fmla="*/ 0 h 1807657"/>
              <a:gd name="connsiteX1" fmla="*/ 195332 w 1944383"/>
              <a:gd name="connsiteY1" fmla="*/ 447720 h 1807657"/>
              <a:gd name="connsiteX2" fmla="*/ 346109 w 1944383"/>
              <a:gd name="connsiteY2" fmla="*/ 778436 h 1807657"/>
              <a:gd name="connsiteX3" fmla="*/ 552054 w 1944383"/>
              <a:gd name="connsiteY3" fmla="*/ 1110735 h 1807657"/>
              <a:gd name="connsiteX4" fmla="*/ 954717 w 1944383"/>
              <a:gd name="connsiteY4" fmla="*/ 1302542 h 1807657"/>
              <a:gd name="connsiteX5" fmla="*/ 1523042 w 1944383"/>
              <a:gd name="connsiteY5" fmla="*/ 1356517 h 1807657"/>
              <a:gd name="connsiteX6" fmla="*/ 1765091 w 1944383"/>
              <a:gd name="connsiteY6" fmla="*/ 1423753 h 1807657"/>
              <a:gd name="connsiteX7" fmla="*/ 1834251 w 1944383"/>
              <a:gd name="connsiteY7" fmla="*/ 1807657 h 1807657"/>
              <a:gd name="connsiteX8" fmla="*/ 0 w 1944383"/>
              <a:gd name="connsiteY8" fmla="*/ 1807657 h 1807657"/>
              <a:gd name="connsiteX9" fmla="*/ 9525 w 1944383"/>
              <a:gd name="connsiteY9" fmla="*/ 0 h 1807657"/>
              <a:gd name="connsiteX0" fmla="*/ 9525 w 1944383"/>
              <a:gd name="connsiteY0" fmla="*/ 0 h 1807657"/>
              <a:gd name="connsiteX1" fmla="*/ 195332 w 1944383"/>
              <a:gd name="connsiteY1" fmla="*/ 447720 h 1807657"/>
              <a:gd name="connsiteX2" fmla="*/ 346109 w 1944383"/>
              <a:gd name="connsiteY2" fmla="*/ 778436 h 1807657"/>
              <a:gd name="connsiteX3" fmla="*/ 552054 w 1944383"/>
              <a:gd name="connsiteY3" fmla="*/ 1110735 h 1807657"/>
              <a:gd name="connsiteX4" fmla="*/ 954717 w 1944383"/>
              <a:gd name="connsiteY4" fmla="*/ 1302542 h 1807657"/>
              <a:gd name="connsiteX5" fmla="*/ 1503992 w 1944383"/>
              <a:gd name="connsiteY5" fmla="*/ 1369217 h 1807657"/>
              <a:gd name="connsiteX6" fmla="*/ 1765091 w 1944383"/>
              <a:gd name="connsiteY6" fmla="*/ 1423753 h 1807657"/>
              <a:gd name="connsiteX7" fmla="*/ 1834251 w 1944383"/>
              <a:gd name="connsiteY7" fmla="*/ 1807657 h 1807657"/>
              <a:gd name="connsiteX8" fmla="*/ 0 w 1944383"/>
              <a:gd name="connsiteY8" fmla="*/ 1807657 h 1807657"/>
              <a:gd name="connsiteX9" fmla="*/ 9525 w 1944383"/>
              <a:gd name="connsiteY9" fmla="*/ 0 h 1807657"/>
              <a:gd name="connsiteX0" fmla="*/ 9525 w 1971208"/>
              <a:gd name="connsiteY0" fmla="*/ 0 h 1807657"/>
              <a:gd name="connsiteX1" fmla="*/ 195332 w 1971208"/>
              <a:gd name="connsiteY1" fmla="*/ 447720 h 1807657"/>
              <a:gd name="connsiteX2" fmla="*/ 346109 w 1971208"/>
              <a:gd name="connsiteY2" fmla="*/ 778436 h 1807657"/>
              <a:gd name="connsiteX3" fmla="*/ 552054 w 1971208"/>
              <a:gd name="connsiteY3" fmla="*/ 1110735 h 1807657"/>
              <a:gd name="connsiteX4" fmla="*/ 954717 w 1971208"/>
              <a:gd name="connsiteY4" fmla="*/ 1302542 h 1807657"/>
              <a:gd name="connsiteX5" fmla="*/ 1503992 w 1971208"/>
              <a:gd name="connsiteY5" fmla="*/ 1369217 h 1807657"/>
              <a:gd name="connsiteX6" fmla="*/ 1860341 w 1971208"/>
              <a:gd name="connsiteY6" fmla="*/ 1369778 h 1807657"/>
              <a:gd name="connsiteX7" fmla="*/ 1834251 w 1971208"/>
              <a:gd name="connsiteY7" fmla="*/ 1807657 h 1807657"/>
              <a:gd name="connsiteX8" fmla="*/ 0 w 1971208"/>
              <a:gd name="connsiteY8" fmla="*/ 1807657 h 1807657"/>
              <a:gd name="connsiteX9" fmla="*/ 9525 w 1971208"/>
              <a:gd name="connsiteY9" fmla="*/ 0 h 1807657"/>
              <a:gd name="connsiteX0" fmla="*/ 9525 w 1956976"/>
              <a:gd name="connsiteY0" fmla="*/ 0 h 1807657"/>
              <a:gd name="connsiteX1" fmla="*/ 195332 w 1956976"/>
              <a:gd name="connsiteY1" fmla="*/ 447720 h 1807657"/>
              <a:gd name="connsiteX2" fmla="*/ 346109 w 1956976"/>
              <a:gd name="connsiteY2" fmla="*/ 778436 h 1807657"/>
              <a:gd name="connsiteX3" fmla="*/ 552054 w 1956976"/>
              <a:gd name="connsiteY3" fmla="*/ 1110735 h 1807657"/>
              <a:gd name="connsiteX4" fmla="*/ 954717 w 1956976"/>
              <a:gd name="connsiteY4" fmla="*/ 1302542 h 1807657"/>
              <a:gd name="connsiteX5" fmla="*/ 1503992 w 1956976"/>
              <a:gd name="connsiteY5" fmla="*/ 1369217 h 1807657"/>
              <a:gd name="connsiteX6" fmla="*/ 1860341 w 1956976"/>
              <a:gd name="connsiteY6" fmla="*/ 1369778 h 1807657"/>
              <a:gd name="connsiteX7" fmla="*/ 1834251 w 1956976"/>
              <a:gd name="connsiteY7" fmla="*/ 1807657 h 1807657"/>
              <a:gd name="connsiteX8" fmla="*/ 0 w 1956976"/>
              <a:gd name="connsiteY8" fmla="*/ 1807657 h 1807657"/>
              <a:gd name="connsiteX9" fmla="*/ 9525 w 1956976"/>
              <a:gd name="connsiteY9" fmla="*/ 0 h 1807657"/>
              <a:gd name="connsiteX0" fmla="*/ 9525 w 1860341"/>
              <a:gd name="connsiteY0" fmla="*/ 0 h 1807657"/>
              <a:gd name="connsiteX1" fmla="*/ 195332 w 1860341"/>
              <a:gd name="connsiteY1" fmla="*/ 447720 h 1807657"/>
              <a:gd name="connsiteX2" fmla="*/ 346109 w 1860341"/>
              <a:gd name="connsiteY2" fmla="*/ 778436 h 1807657"/>
              <a:gd name="connsiteX3" fmla="*/ 552054 w 1860341"/>
              <a:gd name="connsiteY3" fmla="*/ 1110735 h 1807657"/>
              <a:gd name="connsiteX4" fmla="*/ 954717 w 1860341"/>
              <a:gd name="connsiteY4" fmla="*/ 1302542 h 1807657"/>
              <a:gd name="connsiteX5" fmla="*/ 1503992 w 1860341"/>
              <a:gd name="connsiteY5" fmla="*/ 1369217 h 1807657"/>
              <a:gd name="connsiteX6" fmla="*/ 1860341 w 1860341"/>
              <a:gd name="connsiteY6" fmla="*/ 1369778 h 1807657"/>
              <a:gd name="connsiteX7" fmla="*/ 1834251 w 1860341"/>
              <a:gd name="connsiteY7" fmla="*/ 1807657 h 1807657"/>
              <a:gd name="connsiteX8" fmla="*/ 0 w 1860341"/>
              <a:gd name="connsiteY8" fmla="*/ 1807657 h 1807657"/>
              <a:gd name="connsiteX9" fmla="*/ 9525 w 1860341"/>
              <a:gd name="connsiteY9" fmla="*/ 0 h 1807657"/>
              <a:gd name="connsiteX0" fmla="*/ 9525 w 1860341"/>
              <a:gd name="connsiteY0" fmla="*/ 0 h 1807657"/>
              <a:gd name="connsiteX1" fmla="*/ 195332 w 1860341"/>
              <a:gd name="connsiteY1" fmla="*/ 447720 h 1807657"/>
              <a:gd name="connsiteX2" fmla="*/ 346109 w 1860341"/>
              <a:gd name="connsiteY2" fmla="*/ 778436 h 1807657"/>
              <a:gd name="connsiteX3" fmla="*/ 552054 w 1860341"/>
              <a:gd name="connsiteY3" fmla="*/ 1110735 h 1807657"/>
              <a:gd name="connsiteX4" fmla="*/ 954717 w 1860341"/>
              <a:gd name="connsiteY4" fmla="*/ 1302542 h 1807657"/>
              <a:gd name="connsiteX5" fmla="*/ 1503992 w 1860341"/>
              <a:gd name="connsiteY5" fmla="*/ 1369217 h 1807657"/>
              <a:gd name="connsiteX6" fmla="*/ 1860341 w 1860341"/>
              <a:gd name="connsiteY6" fmla="*/ 1369778 h 1807657"/>
              <a:gd name="connsiteX7" fmla="*/ 1834251 w 1860341"/>
              <a:gd name="connsiteY7" fmla="*/ 1807657 h 1807657"/>
              <a:gd name="connsiteX8" fmla="*/ 0 w 1860341"/>
              <a:gd name="connsiteY8" fmla="*/ 1807657 h 1807657"/>
              <a:gd name="connsiteX9" fmla="*/ 9525 w 1860341"/>
              <a:gd name="connsiteY9" fmla="*/ 0 h 1807657"/>
              <a:gd name="connsiteX0" fmla="*/ 9525 w 1860341"/>
              <a:gd name="connsiteY0" fmla="*/ 0 h 1807657"/>
              <a:gd name="connsiteX1" fmla="*/ 195332 w 1860341"/>
              <a:gd name="connsiteY1" fmla="*/ 447720 h 1807657"/>
              <a:gd name="connsiteX2" fmla="*/ 346109 w 1860341"/>
              <a:gd name="connsiteY2" fmla="*/ 778436 h 1807657"/>
              <a:gd name="connsiteX3" fmla="*/ 552054 w 1860341"/>
              <a:gd name="connsiteY3" fmla="*/ 1110735 h 1807657"/>
              <a:gd name="connsiteX4" fmla="*/ 954717 w 1860341"/>
              <a:gd name="connsiteY4" fmla="*/ 1302542 h 1807657"/>
              <a:gd name="connsiteX5" fmla="*/ 1523042 w 1860341"/>
              <a:gd name="connsiteY5" fmla="*/ 1356517 h 1807657"/>
              <a:gd name="connsiteX6" fmla="*/ 1860341 w 1860341"/>
              <a:gd name="connsiteY6" fmla="*/ 1369778 h 1807657"/>
              <a:gd name="connsiteX7" fmla="*/ 1834251 w 1860341"/>
              <a:gd name="connsiteY7" fmla="*/ 1807657 h 1807657"/>
              <a:gd name="connsiteX8" fmla="*/ 0 w 1860341"/>
              <a:gd name="connsiteY8" fmla="*/ 1807657 h 1807657"/>
              <a:gd name="connsiteX9" fmla="*/ 9525 w 1860341"/>
              <a:gd name="connsiteY9" fmla="*/ 0 h 1807657"/>
              <a:gd name="connsiteX0" fmla="*/ 9525 w 1860341"/>
              <a:gd name="connsiteY0" fmla="*/ 0 h 1807657"/>
              <a:gd name="connsiteX1" fmla="*/ 195332 w 1860341"/>
              <a:gd name="connsiteY1" fmla="*/ 447720 h 1807657"/>
              <a:gd name="connsiteX2" fmla="*/ 346109 w 1860341"/>
              <a:gd name="connsiteY2" fmla="*/ 778436 h 1807657"/>
              <a:gd name="connsiteX3" fmla="*/ 552054 w 1860341"/>
              <a:gd name="connsiteY3" fmla="*/ 1110735 h 1807657"/>
              <a:gd name="connsiteX4" fmla="*/ 954717 w 1860341"/>
              <a:gd name="connsiteY4" fmla="*/ 1302542 h 1807657"/>
              <a:gd name="connsiteX5" fmla="*/ 1523042 w 1860341"/>
              <a:gd name="connsiteY5" fmla="*/ 1356517 h 1807657"/>
              <a:gd name="connsiteX6" fmla="*/ 1860341 w 1860341"/>
              <a:gd name="connsiteY6" fmla="*/ 1369778 h 1807657"/>
              <a:gd name="connsiteX7" fmla="*/ 1834251 w 1860341"/>
              <a:gd name="connsiteY7" fmla="*/ 1807657 h 1807657"/>
              <a:gd name="connsiteX8" fmla="*/ 0 w 1860341"/>
              <a:gd name="connsiteY8" fmla="*/ 1807657 h 1807657"/>
              <a:gd name="connsiteX9" fmla="*/ 9525 w 1860341"/>
              <a:gd name="connsiteY9" fmla="*/ 0 h 1807657"/>
              <a:gd name="connsiteX0" fmla="*/ 9525 w 1860341"/>
              <a:gd name="connsiteY0" fmla="*/ 0 h 1807657"/>
              <a:gd name="connsiteX1" fmla="*/ 195332 w 1860341"/>
              <a:gd name="connsiteY1" fmla="*/ 447720 h 1807657"/>
              <a:gd name="connsiteX2" fmla="*/ 346109 w 1860341"/>
              <a:gd name="connsiteY2" fmla="*/ 778436 h 1807657"/>
              <a:gd name="connsiteX3" fmla="*/ 552054 w 1860341"/>
              <a:gd name="connsiteY3" fmla="*/ 1110735 h 1807657"/>
              <a:gd name="connsiteX4" fmla="*/ 954717 w 1860341"/>
              <a:gd name="connsiteY4" fmla="*/ 1302542 h 1807657"/>
              <a:gd name="connsiteX5" fmla="*/ 1523042 w 1860341"/>
              <a:gd name="connsiteY5" fmla="*/ 1356517 h 1807657"/>
              <a:gd name="connsiteX6" fmla="*/ 1860341 w 1860341"/>
              <a:gd name="connsiteY6" fmla="*/ 1369778 h 1807657"/>
              <a:gd name="connsiteX7" fmla="*/ 1834251 w 1860341"/>
              <a:gd name="connsiteY7" fmla="*/ 1807657 h 1807657"/>
              <a:gd name="connsiteX8" fmla="*/ 0 w 1860341"/>
              <a:gd name="connsiteY8" fmla="*/ 1807657 h 1807657"/>
              <a:gd name="connsiteX9" fmla="*/ 9525 w 1860341"/>
              <a:gd name="connsiteY9" fmla="*/ 0 h 1807657"/>
              <a:gd name="connsiteX0" fmla="*/ 9525 w 1860341"/>
              <a:gd name="connsiteY0" fmla="*/ 0 h 1807657"/>
              <a:gd name="connsiteX1" fmla="*/ 195332 w 1860341"/>
              <a:gd name="connsiteY1" fmla="*/ 447720 h 1807657"/>
              <a:gd name="connsiteX2" fmla="*/ 346109 w 1860341"/>
              <a:gd name="connsiteY2" fmla="*/ 778436 h 1807657"/>
              <a:gd name="connsiteX3" fmla="*/ 552054 w 1860341"/>
              <a:gd name="connsiteY3" fmla="*/ 1110735 h 1807657"/>
              <a:gd name="connsiteX4" fmla="*/ 954717 w 1860341"/>
              <a:gd name="connsiteY4" fmla="*/ 1302542 h 1807657"/>
              <a:gd name="connsiteX5" fmla="*/ 1523042 w 1860341"/>
              <a:gd name="connsiteY5" fmla="*/ 1356517 h 1807657"/>
              <a:gd name="connsiteX6" fmla="*/ 1860341 w 1860341"/>
              <a:gd name="connsiteY6" fmla="*/ 1369778 h 1807657"/>
              <a:gd name="connsiteX7" fmla="*/ 1834251 w 1860341"/>
              <a:gd name="connsiteY7" fmla="*/ 1807657 h 1807657"/>
              <a:gd name="connsiteX8" fmla="*/ 0 w 1860341"/>
              <a:gd name="connsiteY8" fmla="*/ 1807657 h 1807657"/>
              <a:gd name="connsiteX9" fmla="*/ 9525 w 1860341"/>
              <a:gd name="connsiteY9" fmla="*/ 0 h 1807657"/>
              <a:gd name="connsiteX0" fmla="*/ 9525 w 1860341"/>
              <a:gd name="connsiteY0" fmla="*/ 0 h 1807657"/>
              <a:gd name="connsiteX1" fmla="*/ 195332 w 1860341"/>
              <a:gd name="connsiteY1" fmla="*/ 447720 h 1807657"/>
              <a:gd name="connsiteX2" fmla="*/ 346109 w 1860341"/>
              <a:gd name="connsiteY2" fmla="*/ 778436 h 1807657"/>
              <a:gd name="connsiteX3" fmla="*/ 552054 w 1860341"/>
              <a:gd name="connsiteY3" fmla="*/ 1110735 h 1807657"/>
              <a:gd name="connsiteX4" fmla="*/ 954717 w 1860341"/>
              <a:gd name="connsiteY4" fmla="*/ 1302542 h 1807657"/>
              <a:gd name="connsiteX5" fmla="*/ 1523042 w 1860341"/>
              <a:gd name="connsiteY5" fmla="*/ 1356517 h 1807657"/>
              <a:gd name="connsiteX6" fmla="*/ 1860341 w 1860341"/>
              <a:gd name="connsiteY6" fmla="*/ 1369778 h 1807657"/>
              <a:gd name="connsiteX7" fmla="*/ 1834251 w 1860341"/>
              <a:gd name="connsiteY7" fmla="*/ 1807657 h 1807657"/>
              <a:gd name="connsiteX8" fmla="*/ 0 w 1860341"/>
              <a:gd name="connsiteY8" fmla="*/ 1807657 h 1807657"/>
              <a:gd name="connsiteX9" fmla="*/ 9525 w 1860341"/>
              <a:gd name="connsiteY9" fmla="*/ 0 h 1807657"/>
              <a:gd name="connsiteX0" fmla="*/ 9525 w 1860341"/>
              <a:gd name="connsiteY0" fmla="*/ 0 h 1807657"/>
              <a:gd name="connsiteX1" fmla="*/ 195332 w 1860341"/>
              <a:gd name="connsiteY1" fmla="*/ 447720 h 1807657"/>
              <a:gd name="connsiteX2" fmla="*/ 323884 w 1860341"/>
              <a:gd name="connsiteY2" fmla="*/ 772086 h 1807657"/>
              <a:gd name="connsiteX3" fmla="*/ 552054 w 1860341"/>
              <a:gd name="connsiteY3" fmla="*/ 1110735 h 1807657"/>
              <a:gd name="connsiteX4" fmla="*/ 954717 w 1860341"/>
              <a:gd name="connsiteY4" fmla="*/ 1302542 h 1807657"/>
              <a:gd name="connsiteX5" fmla="*/ 1523042 w 1860341"/>
              <a:gd name="connsiteY5" fmla="*/ 1356517 h 1807657"/>
              <a:gd name="connsiteX6" fmla="*/ 1860341 w 1860341"/>
              <a:gd name="connsiteY6" fmla="*/ 1369778 h 1807657"/>
              <a:gd name="connsiteX7" fmla="*/ 1834251 w 1860341"/>
              <a:gd name="connsiteY7" fmla="*/ 1807657 h 1807657"/>
              <a:gd name="connsiteX8" fmla="*/ 0 w 1860341"/>
              <a:gd name="connsiteY8" fmla="*/ 1807657 h 1807657"/>
              <a:gd name="connsiteX9" fmla="*/ 9525 w 1860341"/>
              <a:gd name="connsiteY9" fmla="*/ 0 h 1807657"/>
              <a:gd name="connsiteX0" fmla="*/ 9525 w 1860341"/>
              <a:gd name="connsiteY0" fmla="*/ 0 h 1807657"/>
              <a:gd name="connsiteX1" fmla="*/ 195332 w 1860341"/>
              <a:gd name="connsiteY1" fmla="*/ 447720 h 1807657"/>
              <a:gd name="connsiteX2" fmla="*/ 349284 w 1860341"/>
              <a:gd name="connsiteY2" fmla="*/ 781611 h 1807657"/>
              <a:gd name="connsiteX3" fmla="*/ 552054 w 1860341"/>
              <a:gd name="connsiteY3" fmla="*/ 1110735 h 1807657"/>
              <a:gd name="connsiteX4" fmla="*/ 954717 w 1860341"/>
              <a:gd name="connsiteY4" fmla="*/ 1302542 h 1807657"/>
              <a:gd name="connsiteX5" fmla="*/ 1523042 w 1860341"/>
              <a:gd name="connsiteY5" fmla="*/ 1356517 h 1807657"/>
              <a:gd name="connsiteX6" fmla="*/ 1860341 w 1860341"/>
              <a:gd name="connsiteY6" fmla="*/ 1369778 h 1807657"/>
              <a:gd name="connsiteX7" fmla="*/ 1834251 w 1860341"/>
              <a:gd name="connsiteY7" fmla="*/ 1807657 h 1807657"/>
              <a:gd name="connsiteX8" fmla="*/ 0 w 1860341"/>
              <a:gd name="connsiteY8" fmla="*/ 1807657 h 1807657"/>
              <a:gd name="connsiteX9" fmla="*/ 9525 w 1860341"/>
              <a:gd name="connsiteY9" fmla="*/ 0 h 1807657"/>
              <a:gd name="connsiteX0" fmla="*/ 9525 w 1860341"/>
              <a:gd name="connsiteY0" fmla="*/ 0 h 1807657"/>
              <a:gd name="connsiteX1" fmla="*/ 195332 w 1860341"/>
              <a:gd name="connsiteY1" fmla="*/ 447720 h 1807657"/>
              <a:gd name="connsiteX2" fmla="*/ 349284 w 1860341"/>
              <a:gd name="connsiteY2" fmla="*/ 781611 h 1807657"/>
              <a:gd name="connsiteX3" fmla="*/ 552054 w 1860341"/>
              <a:gd name="connsiteY3" fmla="*/ 1110735 h 1807657"/>
              <a:gd name="connsiteX4" fmla="*/ 954717 w 1860341"/>
              <a:gd name="connsiteY4" fmla="*/ 1302542 h 1807657"/>
              <a:gd name="connsiteX5" fmla="*/ 1523042 w 1860341"/>
              <a:gd name="connsiteY5" fmla="*/ 1356517 h 1807657"/>
              <a:gd name="connsiteX6" fmla="*/ 1860341 w 1860341"/>
              <a:gd name="connsiteY6" fmla="*/ 1369778 h 1807657"/>
              <a:gd name="connsiteX7" fmla="*/ 1834251 w 1860341"/>
              <a:gd name="connsiteY7" fmla="*/ 1807657 h 1807657"/>
              <a:gd name="connsiteX8" fmla="*/ 0 w 1860341"/>
              <a:gd name="connsiteY8" fmla="*/ 1807657 h 1807657"/>
              <a:gd name="connsiteX9" fmla="*/ 9525 w 1860341"/>
              <a:gd name="connsiteY9" fmla="*/ 0 h 1807657"/>
              <a:gd name="connsiteX0" fmla="*/ 9525 w 1860341"/>
              <a:gd name="connsiteY0" fmla="*/ 0 h 1807657"/>
              <a:gd name="connsiteX1" fmla="*/ 185807 w 1860341"/>
              <a:gd name="connsiteY1" fmla="*/ 450895 h 1807657"/>
              <a:gd name="connsiteX2" fmla="*/ 349284 w 1860341"/>
              <a:gd name="connsiteY2" fmla="*/ 781611 h 1807657"/>
              <a:gd name="connsiteX3" fmla="*/ 552054 w 1860341"/>
              <a:gd name="connsiteY3" fmla="*/ 1110735 h 1807657"/>
              <a:gd name="connsiteX4" fmla="*/ 954717 w 1860341"/>
              <a:gd name="connsiteY4" fmla="*/ 1302542 h 1807657"/>
              <a:gd name="connsiteX5" fmla="*/ 1523042 w 1860341"/>
              <a:gd name="connsiteY5" fmla="*/ 1356517 h 1807657"/>
              <a:gd name="connsiteX6" fmla="*/ 1860341 w 1860341"/>
              <a:gd name="connsiteY6" fmla="*/ 1369778 h 1807657"/>
              <a:gd name="connsiteX7" fmla="*/ 1834251 w 1860341"/>
              <a:gd name="connsiteY7" fmla="*/ 1807657 h 1807657"/>
              <a:gd name="connsiteX8" fmla="*/ 0 w 1860341"/>
              <a:gd name="connsiteY8" fmla="*/ 1807657 h 1807657"/>
              <a:gd name="connsiteX9" fmla="*/ 9525 w 1860341"/>
              <a:gd name="connsiteY9" fmla="*/ 0 h 1807657"/>
              <a:gd name="connsiteX0" fmla="*/ 9525 w 1860341"/>
              <a:gd name="connsiteY0" fmla="*/ 0 h 1807657"/>
              <a:gd name="connsiteX1" fmla="*/ 201682 w 1860341"/>
              <a:gd name="connsiteY1" fmla="*/ 457245 h 1807657"/>
              <a:gd name="connsiteX2" fmla="*/ 349284 w 1860341"/>
              <a:gd name="connsiteY2" fmla="*/ 781611 h 1807657"/>
              <a:gd name="connsiteX3" fmla="*/ 552054 w 1860341"/>
              <a:gd name="connsiteY3" fmla="*/ 1110735 h 1807657"/>
              <a:gd name="connsiteX4" fmla="*/ 954717 w 1860341"/>
              <a:gd name="connsiteY4" fmla="*/ 1302542 h 1807657"/>
              <a:gd name="connsiteX5" fmla="*/ 1523042 w 1860341"/>
              <a:gd name="connsiteY5" fmla="*/ 1356517 h 1807657"/>
              <a:gd name="connsiteX6" fmla="*/ 1860341 w 1860341"/>
              <a:gd name="connsiteY6" fmla="*/ 1369778 h 1807657"/>
              <a:gd name="connsiteX7" fmla="*/ 1834251 w 1860341"/>
              <a:gd name="connsiteY7" fmla="*/ 1807657 h 1807657"/>
              <a:gd name="connsiteX8" fmla="*/ 0 w 1860341"/>
              <a:gd name="connsiteY8" fmla="*/ 1807657 h 1807657"/>
              <a:gd name="connsiteX9" fmla="*/ 9525 w 1860341"/>
              <a:gd name="connsiteY9" fmla="*/ 0 h 1807657"/>
              <a:gd name="connsiteX0" fmla="*/ 9525 w 1860341"/>
              <a:gd name="connsiteY0" fmla="*/ 0 h 1807657"/>
              <a:gd name="connsiteX1" fmla="*/ 201682 w 1860341"/>
              <a:gd name="connsiteY1" fmla="*/ 457245 h 1807657"/>
              <a:gd name="connsiteX2" fmla="*/ 349284 w 1860341"/>
              <a:gd name="connsiteY2" fmla="*/ 781611 h 1807657"/>
              <a:gd name="connsiteX3" fmla="*/ 539354 w 1860341"/>
              <a:gd name="connsiteY3" fmla="*/ 1094860 h 1807657"/>
              <a:gd name="connsiteX4" fmla="*/ 954717 w 1860341"/>
              <a:gd name="connsiteY4" fmla="*/ 1302542 h 1807657"/>
              <a:gd name="connsiteX5" fmla="*/ 1523042 w 1860341"/>
              <a:gd name="connsiteY5" fmla="*/ 1356517 h 1807657"/>
              <a:gd name="connsiteX6" fmla="*/ 1860341 w 1860341"/>
              <a:gd name="connsiteY6" fmla="*/ 1369778 h 1807657"/>
              <a:gd name="connsiteX7" fmla="*/ 1834251 w 1860341"/>
              <a:gd name="connsiteY7" fmla="*/ 1807657 h 1807657"/>
              <a:gd name="connsiteX8" fmla="*/ 0 w 1860341"/>
              <a:gd name="connsiteY8" fmla="*/ 1807657 h 1807657"/>
              <a:gd name="connsiteX9" fmla="*/ 9525 w 1860341"/>
              <a:gd name="connsiteY9" fmla="*/ 0 h 1807657"/>
              <a:gd name="connsiteX0" fmla="*/ 9525 w 1860341"/>
              <a:gd name="connsiteY0" fmla="*/ 0 h 1807657"/>
              <a:gd name="connsiteX1" fmla="*/ 201682 w 1860341"/>
              <a:gd name="connsiteY1" fmla="*/ 457245 h 1807657"/>
              <a:gd name="connsiteX2" fmla="*/ 349284 w 1860341"/>
              <a:gd name="connsiteY2" fmla="*/ 781611 h 1807657"/>
              <a:gd name="connsiteX3" fmla="*/ 564754 w 1860341"/>
              <a:gd name="connsiteY3" fmla="*/ 1120260 h 1807657"/>
              <a:gd name="connsiteX4" fmla="*/ 954717 w 1860341"/>
              <a:gd name="connsiteY4" fmla="*/ 1302542 h 1807657"/>
              <a:gd name="connsiteX5" fmla="*/ 1523042 w 1860341"/>
              <a:gd name="connsiteY5" fmla="*/ 1356517 h 1807657"/>
              <a:gd name="connsiteX6" fmla="*/ 1860341 w 1860341"/>
              <a:gd name="connsiteY6" fmla="*/ 1369778 h 1807657"/>
              <a:gd name="connsiteX7" fmla="*/ 1834251 w 1860341"/>
              <a:gd name="connsiteY7" fmla="*/ 1807657 h 1807657"/>
              <a:gd name="connsiteX8" fmla="*/ 0 w 1860341"/>
              <a:gd name="connsiteY8" fmla="*/ 1807657 h 1807657"/>
              <a:gd name="connsiteX9" fmla="*/ 9525 w 1860341"/>
              <a:gd name="connsiteY9" fmla="*/ 0 h 1807657"/>
              <a:gd name="connsiteX0" fmla="*/ 9525 w 1860341"/>
              <a:gd name="connsiteY0" fmla="*/ 0 h 1807657"/>
              <a:gd name="connsiteX1" fmla="*/ 201682 w 1860341"/>
              <a:gd name="connsiteY1" fmla="*/ 457245 h 1807657"/>
              <a:gd name="connsiteX2" fmla="*/ 349284 w 1860341"/>
              <a:gd name="connsiteY2" fmla="*/ 781611 h 1807657"/>
              <a:gd name="connsiteX3" fmla="*/ 564754 w 1860341"/>
              <a:gd name="connsiteY3" fmla="*/ 1120260 h 1807657"/>
              <a:gd name="connsiteX4" fmla="*/ 954717 w 1860341"/>
              <a:gd name="connsiteY4" fmla="*/ 1302542 h 1807657"/>
              <a:gd name="connsiteX5" fmla="*/ 1523042 w 1860341"/>
              <a:gd name="connsiteY5" fmla="*/ 1356517 h 1807657"/>
              <a:gd name="connsiteX6" fmla="*/ 1860341 w 1860341"/>
              <a:gd name="connsiteY6" fmla="*/ 1369778 h 1807657"/>
              <a:gd name="connsiteX7" fmla="*/ 1834251 w 1860341"/>
              <a:gd name="connsiteY7" fmla="*/ 1807657 h 1807657"/>
              <a:gd name="connsiteX8" fmla="*/ 0 w 1860341"/>
              <a:gd name="connsiteY8" fmla="*/ 1807657 h 1807657"/>
              <a:gd name="connsiteX9" fmla="*/ 9525 w 1860341"/>
              <a:gd name="connsiteY9" fmla="*/ 0 h 1807657"/>
              <a:gd name="connsiteX0" fmla="*/ 9525 w 1850816"/>
              <a:gd name="connsiteY0" fmla="*/ 0 h 1807657"/>
              <a:gd name="connsiteX1" fmla="*/ 201682 w 1850816"/>
              <a:gd name="connsiteY1" fmla="*/ 457245 h 1807657"/>
              <a:gd name="connsiteX2" fmla="*/ 349284 w 1850816"/>
              <a:gd name="connsiteY2" fmla="*/ 781611 h 1807657"/>
              <a:gd name="connsiteX3" fmla="*/ 564754 w 1850816"/>
              <a:gd name="connsiteY3" fmla="*/ 1120260 h 1807657"/>
              <a:gd name="connsiteX4" fmla="*/ 954717 w 1850816"/>
              <a:gd name="connsiteY4" fmla="*/ 1302542 h 1807657"/>
              <a:gd name="connsiteX5" fmla="*/ 1523042 w 1850816"/>
              <a:gd name="connsiteY5" fmla="*/ 1356517 h 1807657"/>
              <a:gd name="connsiteX6" fmla="*/ 1850816 w 1850816"/>
              <a:gd name="connsiteY6" fmla="*/ 1353903 h 1807657"/>
              <a:gd name="connsiteX7" fmla="*/ 1834251 w 1850816"/>
              <a:gd name="connsiteY7" fmla="*/ 1807657 h 1807657"/>
              <a:gd name="connsiteX8" fmla="*/ 0 w 1850816"/>
              <a:gd name="connsiteY8" fmla="*/ 1807657 h 1807657"/>
              <a:gd name="connsiteX9" fmla="*/ 9525 w 1850816"/>
              <a:gd name="connsiteY9" fmla="*/ 0 h 1807657"/>
              <a:gd name="connsiteX0" fmla="*/ 9525 w 1850816"/>
              <a:gd name="connsiteY0" fmla="*/ 0 h 1807657"/>
              <a:gd name="connsiteX1" fmla="*/ 201682 w 1850816"/>
              <a:gd name="connsiteY1" fmla="*/ 457245 h 1807657"/>
              <a:gd name="connsiteX2" fmla="*/ 349284 w 1850816"/>
              <a:gd name="connsiteY2" fmla="*/ 781611 h 1807657"/>
              <a:gd name="connsiteX3" fmla="*/ 564754 w 1850816"/>
              <a:gd name="connsiteY3" fmla="*/ 1120260 h 1807657"/>
              <a:gd name="connsiteX4" fmla="*/ 954717 w 1850816"/>
              <a:gd name="connsiteY4" fmla="*/ 1302542 h 1807657"/>
              <a:gd name="connsiteX5" fmla="*/ 1523042 w 1850816"/>
              <a:gd name="connsiteY5" fmla="*/ 1356517 h 1807657"/>
              <a:gd name="connsiteX6" fmla="*/ 1850816 w 1850816"/>
              <a:gd name="connsiteY6" fmla="*/ 1353903 h 1807657"/>
              <a:gd name="connsiteX7" fmla="*/ 1834251 w 1850816"/>
              <a:gd name="connsiteY7" fmla="*/ 1807657 h 1807657"/>
              <a:gd name="connsiteX8" fmla="*/ 0 w 1850816"/>
              <a:gd name="connsiteY8" fmla="*/ 1807657 h 1807657"/>
              <a:gd name="connsiteX9" fmla="*/ 9525 w 1850816"/>
              <a:gd name="connsiteY9" fmla="*/ 0 h 1807657"/>
              <a:gd name="connsiteX0" fmla="*/ 9525 w 1850816"/>
              <a:gd name="connsiteY0" fmla="*/ 0 h 1807657"/>
              <a:gd name="connsiteX1" fmla="*/ 182632 w 1850816"/>
              <a:gd name="connsiteY1" fmla="*/ 451052 h 1807657"/>
              <a:gd name="connsiteX2" fmla="*/ 349284 w 1850816"/>
              <a:gd name="connsiteY2" fmla="*/ 781611 h 1807657"/>
              <a:gd name="connsiteX3" fmla="*/ 564754 w 1850816"/>
              <a:gd name="connsiteY3" fmla="*/ 1120260 h 1807657"/>
              <a:gd name="connsiteX4" fmla="*/ 954717 w 1850816"/>
              <a:gd name="connsiteY4" fmla="*/ 1302542 h 1807657"/>
              <a:gd name="connsiteX5" fmla="*/ 1523042 w 1850816"/>
              <a:gd name="connsiteY5" fmla="*/ 1356517 h 1807657"/>
              <a:gd name="connsiteX6" fmla="*/ 1850816 w 1850816"/>
              <a:gd name="connsiteY6" fmla="*/ 1353903 h 1807657"/>
              <a:gd name="connsiteX7" fmla="*/ 1834251 w 1850816"/>
              <a:gd name="connsiteY7" fmla="*/ 1807657 h 1807657"/>
              <a:gd name="connsiteX8" fmla="*/ 0 w 1850816"/>
              <a:gd name="connsiteY8" fmla="*/ 1807657 h 1807657"/>
              <a:gd name="connsiteX9" fmla="*/ 9525 w 1850816"/>
              <a:gd name="connsiteY9" fmla="*/ 0 h 1807657"/>
              <a:gd name="connsiteX0" fmla="*/ 9525 w 1850816"/>
              <a:gd name="connsiteY0" fmla="*/ 0 h 1807657"/>
              <a:gd name="connsiteX1" fmla="*/ 198507 w 1850816"/>
              <a:gd name="connsiteY1" fmla="*/ 457245 h 1807657"/>
              <a:gd name="connsiteX2" fmla="*/ 349284 w 1850816"/>
              <a:gd name="connsiteY2" fmla="*/ 781611 h 1807657"/>
              <a:gd name="connsiteX3" fmla="*/ 564754 w 1850816"/>
              <a:gd name="connsiteY3" fmla="*/ 1120260 h 1807657"/>
              <a:gd name="connsiteX4" fmla="*/ 954717 w 1850816"/>
              <a:gd name="connsiteY4" fmla="*/ 1302542 h 1807657"/>
              <a:gd name="connsiteX5" fmla="*/ 1523042 w 1850816"/>
              <a:gd name="connsiteY5" fmla="*/ 1356517 h 1807657"/>
              <a:gd name="connsiteX6" fmla="*/ 1850816 w 1850816"/>
              <a:gd name="connsiteY6" fmla="*/ 1353903 h 1807657"/>
              <a:gd name="connsiteX7" fmla="*/ 1834251 w 1850816"/>
              <a:gd name="connsiteY7" fmla="*/ 1807657 h 1807657"/>
              <a:gd name="connsiteX8" fmla="*/ 0 w 1850816"/>
              <a:gd name="connsiteY8" fmla="*/ 1807657 h 1807657"/>
              <a:gd name="connsiteX9" fmla="*/ 9525 w 1850816"/>
              <a:gd name="connsiteY9" fmla="*/ 0 h 1807657"/>
              <a:gd name="connsiteX0" fmla="*/ 9525 w 1850816"/>
              <a:gd name="connsiteY0" fmla="*/ 0 h 1807657"/>
              <a:gd name="connsiteX1" fmla="*/ 198507 w 1850816"/>
              <a:gd name="connsiteY1" fmla="*/ 457245 h 1807657"/>
              <a:gd name="connsiteX2" fmla="*/ 336584 w 1850816"/>
              <a:gd name="connsiteY2" fmla="*/ 784708 h 1807657"/>
              <a:gd name="connsiteX3" fmla="*/ 564754 w 1850816"/>
              <a:gd name="connsiteY3" fmla="*/ 1120260 h 1807657"/>
              <a:gd name="connsiteX4" fmla="*/ 954717 w 1850816"/>
              <a:gd name="connsiteY4" fmla="*/ 1302542 h 1807657"/>
              <a:gd name="connsiteX5" fmla="*/ 1523042 w 1850816"/>
              <a:gd name="connsiteY5" fmla="*/ 1356517 h 1807657"/>
              <a:gd name="connsiteX6" fmla="*/ 1850816 w 1850816"/>
              <a:gd name="connsiteY6" fmla="*/ 1353903 h 1807657"/>
              <a:gd name="connsiteX7" fmla="*/ 1834251 w 1850816"/>
              <a:gd name="connsiteY7" fmla="*/ 1807657 h 1807657"/>
              <a:gd name="connsiteX8" fmla="*/ 0 w 1850816"/>
              <a:gd name="connsiteY8" fmla="*/ 1807657 h 1807657"/>
              <a:gd name="connsiteX9" fmla="*/ 9525 w 1850816"/>
              <a:gd name="connsiteY9" fmla="*/ 0 h 1807657"/>
              <a:gd name="connsiteX0" fmla="*/ 9525 w 1850816"/>
              <a:gd name="connsiteY0" fmla="*/ 0 h 1807657"/>
              <a:gd name="connsiteX1" fmla="*/ 198507 w 1850816"/>
              <a:gd name="connsiteY1" fmla="*/ 413892 h 1807657"/>
              <a:gd name="connsiteX2" fmla="*/ 336584 w 1850816"/>
              <a:gd name="connsiteY2" fmla="*/ 784708 h 1807657"/>
              <a:gd name="connsiteX3" fmla="*/ 564754 w 1850816"/>
              <a:gd name="connsiteY3" fmla="*/ 1120260 h 1807657"/>
              <a:gd name="connsiteX4" fmla="*/ 954717 w 1850816"/>
              <a:gd name="connsiteY4" fmla="*/ 1302542 h 1807657"/>
              <a:gd name="connsiteX5" fmla="*/ 1523042 w 1850816"/>
              <a:gd name="connsiteY5" fmla="*/ 1356517 h 1807657"/>
              <a:gd name="connsiteX6" fmla="*/ 1850816 w 1850816"/>
              <a:gd name="connsiteY6" fmla="*/ 1353903 h 1807657"/>
              <a:gd name="connsiteX7" fmla="*/ 1834251 w 1850816"/>
              <a:gd name="connsiteY7" fmla="*/ 1807657 h 1807657"/>
              <a:gd name="connsiteX8" fmla="*/ 0 w 1850816"/>
              <a:gd name="connsiteY8" fmla="*/ 1807657 h 1807657"/>
              <a:gd name="connsiteX9" fmla="*/ 9525 w 1850816"/>
              <a:gd name="connsiteY9" fmla="*/ 0 h 1807657"/>
              <a:gd name="connsiteX0" fmla="*/ 9525 w 1850816"/>
              <a:gd name="connsiteY0" fmla="*/ 0 h 1807657"/>
              <a:gd name="connsiteX1" fmla="*/ 198507 w 1850816"/>
              <a:gd name="connsiteY1" fmla="*/ 413892 h 1807657"/>
              <a:gd name="connsiteX2" fmla="*/ 346109 w 1850816"/>
              <a:gd name="connsiteY2" fmla="*/ 722774 h 1807657"/>
              <a:gd name="connsiteX3" fmla="*/ 564754 w 1850816"/>
              <a:gd name="connsiteY3" fmla="*/ 1120260 h 1807657"/>
              <a:gd name="connsiteX4" fmla="*/ 954717 w 1850816"/>
              <a:gd name="connsiteY4" fmla="*/ 1302542 h 1807657"/>
              <a:gd name="connsiteX5" fmla="*/ 1523042 w 1850816"/>
              <a:gd name="connsiteY5" fmla="*/ 1356517 h 1807657"/>
              <a:gd name="connsiteX6" fmla="*/ 1850816 w 1850816"/>
              <a:gd name="connsiteY6" fmla="*/ 1353903 h 1807657"/>
              <a:gd name="connsiteX7" fmla="*/ 1834251 w 1850816"/>
              <a:gd name="connsiteY7" fmla="*/ 1807657 h 1807657"/>
              <a:gd name="connsiteX8" fmla="*/ 0 w 1850816"/>
              <a:gd name="connsiteY8" fmla="*/ 1807657 h 1807657"/>
              <a:gd name="connsiteX9" fmla="*/ 9525 w 1850816"/>
              <a:gd name="connsiteY9" fmla="*/ 0 h 1807657"/>
              <a:gd name="connsiteX0" fmla="*/ 9525 w 1850816"/>
              <a:gd name="connsiteY0" fmla="*/ 0 h 1807657"/>
              <a:gd name="connsiteX1" fmla="*/ 198507 w 1850816"/>
              <a:gd name="connsiteY1" fmla="*/ 413892 h 1807657"/>
              <a:gd name="connsiteX2" fmla="*/ 346109 w 1850816"/>
              <a:gd name="connsiteY2" fmla="*/ 722774 h 1807657"/>
              <a:gd name="connsiteX3" fmla="*/ 574279 w 1850816"/>
              <a:gd name="connsiteY3" fmla="*/ 1095487 h 1807657"/>
              <a:gd name="connsiteX4" fmla="*/ 954717 w 1850816"/>
              <a:gd name="connsiteY4" fmla="*/ 1302542 h 1807657"/>
              <a:gd name="connsiteX5" fmla="*/ 1523042 w 1850816"/>
              <a:gd name="connsiteY5" fmla="*/ 1356517 h 1807657"/>
              <a:gd name="connsiteX6" fmla="*/ 1850816 w 1850816"/>
              <a:gd name="connsiteY6" fmla="*/ 1353903 h 1807657"/>
              <a:gd name="connsiteX7" fmla="*/ 1834251 w 1850816"/>
              <a:gd name="connsiteY7" fmla="*/ 1807657 h 1807657"/>
              <a:gd name="connsiteX8" fmla="*/ 0 w 1850816"/>
              <a:gd name="connsiteY8" fmla="*/ 1807657 h 1807657"/>
              <a:gd name="connsiteX9" fmla="*/ 9525 w 1850816"/>
              <a:gd name="connsiteY9" fmla="*/ 0 h 1807657"/>
              <a:gd name="connsiteX0" fmla="*/ 9525 w 1850816"/>
              <a:gd name="connsiteY0" fmla="*/ 0 h 1807657"/>
              <a:gd name="connsiteX1" fmla="*/ 198507 w 1850816"/>
              <a:gd name="connsiteY1" fmla="*/ 413892 h 1807657"/>
              <a:gd name="connsiteX2" fmla="*/ 346109 w 1850816"/>
              <a:gd name="connsiteY2" fmla="*/ 722774 h 1807657"/>
              <a:gd name="connsiteX3" fmla="*/ 574279 w 1850816"/>
              <a:gd name="connsiteY3" fmla="*/ 1095487 h 1807657"/>
              <a:gd name="connsiteX4" fmla="*/ 926142 w 1850816"/>
              <a:gd name="connsiteY4" fmla="*/ 1280865 h 1807657"/>
              <a:gd name="connsiteX5" fmla="*/ 1523042 w 1850816"/>
              <a:gd name="connsiteY5" fmla="*/ 1356517 h 1807657"/>
              <a:gd name="connsiteX6" fmla="*/ 1850816 w 1850816"/>
              <a:gd name="connsiteY6" fmla="*/ 1353903 h 1807657"/>
              <a:gd name="connsiteX7" fmla="*/ 1834251 w 1850816"/>
              <a:gd name="connsiteY7" fmla="*/ 1807657 h 1807657"/>
              <a:gd name="connsiteX8" fmla="*/ 0 w 1850816"/>
              <a:gd name="connsiteY8" fmla="*/ 1807657 h 1807657"/>
              <a:gd name="connsiteX9" fmla="*/ 9525 w 1850816"/>
              <a:gd name="connsiteY9" fmla="*/ 0 h 1807657"/>
              <a:gd name="connsiteX0" fmla="*/ 9525 w 1850816"/>
              <a:gd name="connsiteY0" fmla="*/ 0 h 1807657"/>
              <a:gd name="connsiteX1" fmla="*/ 198507 w 1850816"/>
              <a:gd name="connsiteY1" fmla="*/ 413892 h 1807657"/>
              <a:gd name="connsiteX2" fmla="*/ 346109 w 1850816"/>
              <a:gd name="connsiteY2" fmla="*/ 722774 h 1807657"/>
              <a:gd name="connsiteX3" fmla="*/ 574279 w 1850816"/>
              <a:gd name="connsiteY3" fmla="*/ 1095487 h 1807657"/>
              <a:gd name="connsiteX4" fmla="*/ 916617 w 1850816"/>
              <a:gd name="connsiteY4" fmla="*/ 1256092 h 1807657"/>
              <a:gd name="connsiteX5" fmla="*/ 1523042 w 1850816"/>
              <a:gd name="connsiteY5" fmla="*/ 1356517 h 1807657"/>
              <a:gd name="connsiteX6" fmla="*/ 1850816 w 1850816"/>
              <a:gd name="connsiteY6" fmla="*/ 1353903 h 1807657"/>
              <a:gd name="connsiteX7" fmla="*/ 1834251 w 1850816"/>
              <a:gd name="connsiteY7" fmla="*/ 1807657 h 1807657"/>
              <a:gd name="connsiteX8" fmla="*/ 0 w 1850816"/>
              <a:gd name="connsiteY8" fmla="*/ 1807657 h 1807657"/>
              <a:gd name="connsiteX9" fmla="*/ 9525 w 1850816"/>
              <a:gd name="connsiteY9" fmla="*/ 0 h 1807657"/>
              <a:gd name="connsiteX0" fmla="*/ 9525 w 1850816"/>
              <a:gd name="connsiteY0" fmla="*/ 0 h 1807657"/>
              <a:gd name="connsiteX1" fmla="*/ 198507 w 1850816"/>
              <a:gd name="connsiteY1" fmla="*/ 413892 h 1807657"/>
              <a:gd name="connsiteX2" fmla="*/ 346109 w 1850816"/>
              <a:gd name="connsiteY2" fmla="*/ 722774 h 1807657"/>
              <a:gd name="connsiteX3" fmla="*/ 574279 w 1850816"/>
              <a:gd name="connsiteY3" fmla="*/ 1095487 h 1807657"/>
              <a:gd name="connsiteX4" fmla="*/ 916617 w 1850816"/>
              <a:gd name="connsiteY4" fmla="*/ 1256092 h 1807657"/>
              <a:gd name="connsiteX5" fmla="*/ 1538917 w 1850816"/>
              <a:gd name="connsiteY5" fmla="*/ 1334840 h 1807657"/>
              <a:gd name="connsiteX6" fmla="*/ 1850816 w 1850816"/>
              <a:gd name="connsiteY6" fmla="*/ 1353903 h 1807657"/>
              <a:gd name="connsiteX7" fmla="*/ 1834251 w 1850816"/>
              <a:gd name="connsiteY7" fmla="*/ 1807657 h 1807657"/>
              <a:gd name="connsiteX8" fmla="*/ 0 w 1850816"/>
              <a:gd name="connsiteY8" fmla="*/ 1807657 h 1807657"/>
              <a:gd name="connsiteX9" fmla="*/ 9525 w 1850816"/>
              <a:gd name="connsiteY9" fmla="*/ 0 h 1807657"/>
              <a:gd name="connsiteX0" fmla="*/ 9525 w 1844466"/>
              <a:gd name="connsiteY0" fmla="*/ 0 h 1807657"/>
              <a:gd name="connsiteX1" fmla="*/ 198507 w 1844466"/>
              <a:gd name="connsiteY1" fmla="*/ 413892 h 1807657"/>
              <a:gd name="connsiteX2" fmla="*/ 346109 w 1844466"/>
              <a:gd name="connsiteY2" fmla="*/ 722774 h 1807657"/>
              <a:gd name="connsiteX3" fmla="*/ 574279 w 1844466"/>
              <a:gd name="connsiteY3" fmla="*/ 1095487 h 1807657"/>
              <a:gd name="connsiteX4" fmla="*/ 916617 w 1844466"/>
              <a:gd name="connsiteY4" fmla="*/ 1256092 h 1807657"/>
              <a:gd name="connsiteX5" fmla="*/ 1538917 w 1844466"/>
              <a:gd name="connsiteY5" fmla="*/ 1334840 h 1807657"/>
              <a:gd name="connsiteX6" fmla="*/ 1844466 w 1844466"/>
              <a:gd name="connsiteY6" fmla="*/ 1316743 h 1807657"/>
              <a:gd name="connsiteX7" fmla="*/ 1834251 w 1844466"/>
              <a:gd name="connsiteY7" fmla="*/ 1807657 h 1807657"/>
              <a:gd name="connsiteX8" fmla="*/ 0 w 1844466"/>
              <a:gd name="connsiteY8" fmla="*/ 1807657 h 1807657"/>
              <a:gd name="connsiteX9" fmla="*/ 9525 w 1844466"/>
              <a:gd name="connsiteY9" fmla="*/ 0 h 1807657"/>
              <a:gd name="connsiteX0" fmla="*/ 9525 w 1844466"/>
              <a:gd name="connsiteY0" fmla="*/ 0 h 1835527"/>
              <a:gd name="connsiteX1" fmla="*/ 198507 w 1844466"/>
              <a:gd name="connsiteY1" fmla="*/ 413892 h 1835527"/>
              <a:gd name="connsiteX2" fmla="*/ 346109 w 1844466"/>
              <a:gd name="connsiteY2" fmla="*/ 722774 h 1835527"/>
              <a:gd name="connsiteX3" fmla="*/ 574279 w 1844466"/>
              <a:gd name="connsiteY3" fmla="*/ 1095487 h 1835527"/>
              <a:gd name="connsiteX4" fmla="*/ 916617 w 1844466"/>
              <a:gd name="connsiteY4" fmla="*/ 1256092 h 1835527"/>
              <a:gd name="connsiteX5" fmla="*/ 1538917 w 1844466"/>
              <a:gd name="connsiteY5" fmla="*/ 1334840 h 1835527"/>
              <a:gd name="connsiteX6" fmla="*/ 1844466 w 1844466"/>
              <a:gd name="connsiteY6" fmla="*/ 1316743 h 1835527"/>
              <a:gd name="connsiteX7" fmla="*/ 1834251 w 1844466"/>
              <a:gd name="connsiteY7" fmla="*/ 1835527 h 1835527"/>
              <a:gd name="connsiteX8" fmla="*/ 0 w 1844466"/>
              <a:gd name="connsiteY8" fmla="*/ 1807657 h 1835527"/>
              <a:gd name="connsiteX9" fmla="*/ 9525 w 1844466"/>
              <a:gd name="connsiteY9" fmla="*/ 0 h 1835527"/>
              <a:gd name="connsiteX0" fmla="*/ 9525 w 1844466"/>
              <a:gd name="connsiteY0" fmla="*/ 0 h 1835527"/>
              <a:gd name="connsiteX1" fmla="*/ 198507 w 1844466"/>
              <a:gd name="connsiteY1" fmla="*/ 413892 h 1835527"/>
              <a:gd name="connsiteX2" fmla="*/ 346109 w 1844466"/>
              <a:gd name="connsiteY2" fmla="*/ 722774 h 1835527"/>
              <a:gd name="connsiteX3" fmla="*/ 574279 w 1844466"/>
              <a:gd name="connsiteY3" fmla="*/ 1095487 h 1835527"/>
              <a:gd name="connsiteX4" fmla="*/ 916617 w 1844466"/>
              <a:gd name="connsiteY4" fmla="*/ 1256092 h 1835527"/>
              <a:gd name="connsiteX5" fmla="*/ 1538917 w 1844466"/>
              <a:gd name="connsiteY5" fmla="*/ 1334840 h 1835527"/>
              <a:gd name="connsiteX6" fmla="*/ 1844466 w 1844466"/>
              <a:gd name="connsiteY6" fmla="*/ 1316743 h 1835527"/>
              <a:gd name="connsiteX7" fmla="*/ 1834251 w 1844466"/>
              <a:gd name="connsiteY7" fmla="*/ 1835527 h 1835527"/>
              <a:gd name="connsiteX8" fmla="*/ 0 w 1844466"/>
              <a:gd name="connsiteY8" fmla="*/ 1835527 h 1835527"/>
              <a:gd name="connsiteX9" fmla="*/ 9525 w 1844466"/>
              <a:gd name="connsiteY9" fmla="*/ 0 h 1835527"/>
              <a:gd name="connsiteX0" fmla="*/ 9525 w 1844466"/>
              <a:gd name="connsiteY0" fmla="*/ 0 h 1847914"/>
              <a:gd name="connsiteX1" fmla="*/ 198507 w 1844466"/>
              <a:gd name="connsiteY1" fmla="*/ 413892 h 1847914"/>
              <a:gd name="connsiteX2" fmla="*/ 346109 w 1844466"/>
              <a:gd name="connsiteY2" fmla="*/ 722774 h 1847914"/>
              <a:gd name="connsiteX3" fmla="*/ 574279 w 1844466"/>
              <a:gd name="connsiteY3" fmla="*/ 1095487 h 1847914"/>
              <a:gd name="connsiteX4" fmla="*/ 916617 w 1844466"/>
              <a:gd name="connsiteY4" fmla="*/ 1256092 h 1847914"/>
              <a:gd name="connsiteX5" fmla="*/ 1538917 w 1844466"/>
              <a:gd name="connsiteY5" fmla="*/ 1334840 h 1847914"/>
              <a:gd name="connsiteX6" fmla="*/ 1844466 w 1844466"/>
              <a:gd name="connsiteY6" fmla="*/ 1316743 h 1847914"/>
              <a:gd name="connsiteX7" fmla="*/ 1831076 w 1844466"/>
              <a:gd name="connsiteY7" fmla="*/ 1847914 h 1847914"/>
              <a:gd name="connsiteX8" fmla="*/ 0 w 1844466"/>
              <a:gd name="connsiteY8" fmla="*/ 1835527 h 1847914"/>
              <a:gd name="connsiteX9" fmla="*/ 9525 w 1844466"/>
              <a:gd name="connsiteY9" fmla="*/ 0 h 1847914"/>
              <a:gd name="connsiteX0" fmla="*/ 288925 w 2123866"/>
              <a:gd name="connsiteY0" fmla="*/ 0 h 1847914"/>
              <a:gd name="connsiteX1" fmla="*/ 477907 w 2123866"/>
              <a:gd name="connsiteY1" fmla="*/ 413892 h 1847914"/>
              <a:gd name="connsiteX2" fmla="*/ 625509 w 2123866"/>
              <a:gd name="connsiteY2" fmla="*/ 722774 h 1847914"/>
              <a:gd name="connsiteX3" fmla="*/ 853679 w 2123866"/>
              <a:gd name="connsiteY3" fmla="*/ 1095487 h 1847914"/>
              <a:gd name="connsiteX4" fmla="*/ 1196017 w 2123866"/>
              <a:gd name="connsiteY4" fmla="*/ 1256092 h 1847914"/>
              <a:gd name="connsiteX5" fmla="*/ 1818317 w 2123866"/>
              <a:gd name="connsiteY5" fmla="*/ 1334840 h 1847914"/>
              <a:gd name="connsiteX6" fmla="*/ 2123866 w 2123866"/>
              <a:gd name="connsiteY6" fmla="*/ 1316743 h 1847914"/>
              <a:gd name="connsiteX7" fmla="*/ 2110476 w 2123866"/>
              <a:gd name="connsiteY7" fmla="*/ 1847914 h 1847914"/>
              <a:gd name="connsiteX8" fmla="*/ 0 w 2123866"/>
              <a:gd name="connsiteY8" fmla="*/ 1847914 h 1847914"/>
              <a:gd name="connsiteX9" fmla="*/ 288925 w 2123866"/>
              <a:gd name="connsiteY9" fmla="*/ 0 h 1847914"/>
              <a:gd name="connsiteX0" fmla="*/ 0 w 2127041"/>
              <a:gd name="connsiteY0" fmla="*/ 0 h 2108036"/>
              <a:gd name="connsiteX1" fmla="*/ 481082 w 2127041"/>
              <a:gd name="connsiteY1" fmla="*/ 674014 h 2108036"/>
              <a:gd name="connsiteX2" fmla="*/ 628684 w 2127041"/>
              <a:gd name="connsiteY2" fmla="*/ 982896 h 2108036"/>
              <a:gd name="connsiteX3" fmla="*/ 856854 w 2127041"/>
              <a:gd name="connsiteY3" fmla="*/ 1355609 h 2108036"/>
              <a:gd name="connsiteX4" fmla="*/ 1199192 w 2127041"/>
              <a:gd name="connsiteY4" fmla="*/ 1516214 h 2108036"/>
              <a:gd name="connsiteX5" fmla="*/ 1821492 w 2127041"/>
              <a:gd name="connsiteY5" fmla="*/ 1594962 h 2108036"/>
              <a:gd name="connsiteX6" fmla="*/ 2127041 w 2127041"/>
              <a:gd name="connsiteY6" fmla="*/ 1576865 h 2108036"/>
              <a:gd name="connsiteX7" fmla="*/ 2113651 w 2127041"/>
              <a:gd name="connsiteY7" fmla="*/ 2108036 h 2108036"/>
              <a:gd name="connsiteX8" fmla="*/ 3175 w 2127041"/>
              <a:gd name="connsiteY8" fmla="*/ 2108036 h 2108036"/>
              <a:gd name="connsiteX9" fmla="*/ 0 w 2127041"/>
              <a:gd name="connsiteY9" fmla="*/ 0 h 2108036"/>
              <a:gd name="connsiteX0" fmla="*/ 10614 w 2137655"/>
              <a:gd name="connsiteY0" fmla="*/ 151531 h 2259567"/>
              <a:gd name="connsiteX1" fmla="*/ 46003 w 2137655"/>
              <a:gd name="connsiteY1" fmla="*/ 240304 h 2259567"/>
              <a:gd name="connsiteX2" fmla="*/ 491696 w 2137655"/>
              <a:gd name="connsiteY2" fmla="*/ 825545 h 2259567"/>
              <a:gd name="connsiteX3" fmla="*/ 639298 w 2137655"/>
              <a:gd name="connsiteY3" fmla="*/ 1134427 h 2259567"/>
              <a:gd name="connsiteX4" fmla="*/ 867468 w 2137655"/>
              <a:gd name="connsiteY4" fmla="*/ 1507140 h 2259567"/>
              <a:gd name="connsiteX5" fmla="*/ 1209806 w 2137655"/>
              <a:gd name="connsiteY5" fmla="*/ 1667745 h 2259567"/>
              <a:gd name="connsiteX6" fmla="*/ 1832106 w 2137655"/>
              <a:gd name="connsiteY6" fmla="*/ 1746493 h 2259567"/>
              <a:gd name="connsiteX7" fmla="*/ 2137655 w 2137655"/>
              <a:gd name="connsiteY7" fmla="*/ 1728396 h 2259567"/>
              <a:gd name="connsiteX8" fmla="*/ 2124265 w 2137655"/>
              <a:gd name="connsiteY8" fmla="*/ 2259567 h 2259567"/>
              <a:gd name="connsiteX9" fmla="*/ 13789 w 2137655"/>
              <a:gd name="connsiteY9" fmla="*/ 2259567 h 2259567"/>
              <a:gd name="connsiteX10" fmla="*/ 10614 w 2137655"/>
              <a:gd name="connsiteY10" fmla="*/ 151531 h 2259567"/>
              <a:gd name="connsiteX0" fmla="*/ 10614 w 2137655"/>
              <a:gd name="connsiteY0" fmla="*/ 151531 h 2259567"/>
              <a:gd name="connsiteX1" fmla="*/ 46003 w 2137655"/>
              <a:gd name="connsiteY1" fmla="*/ 240304 h 2259567"/>
              <a:gd name="connsiteX2" fmla="*/ 230153 w 2137655"/>
              <a:gd name="connsiteY2" fmla="*/ 488040 h 2259567"/>
              <a:gd name="connsiteX3" fmla="*/ 491696 w 2137655"/>
              <a:gd name="connsiteY3" fmla="*/ 825545 h 2259567"/>
              <a:gd name="connsiteX4" fmla="*/ 639298 w 2137655"/>
              <a:gd name="connsiteY4" fmla="*/ 1134427 h 2259567"/>
              <a:gd name="connsiteX5" fmla="*/ 867468 w 2137655"/>
              <a:gd name="connsiteY5" fmla="*/ 1507140 h 2259567"/>
              <a:gd name="connsiteX6" fmla="*/ 1209806 w 2137655"/>
              <a:gd name="connsiteY6" fmla="*/ 1667745 h 2259567"/>
              <a:gd name="connsiteX7" fmla="*/ 1832106 w 2137655"/>
              <a:gd name="connsiteY7" fmla="*/ 1746493 h 2259567"/>
              <a:gd name="connsiteX8" fmla="*/ 2137655 w 2137655"/>
              <a:gd name="connsiteY8" fmla="*/ 1728396 h 2259567"/>
              <a:gd name="connsiteX9" fmla="*/ 2124265 w 2137655"/>
              <a:gd name="connsiteY9" fmla="*/ 2259567 h 2259567"/>
              <a:gd name="connsiteX10" fmla="*/ 13789 w 2137655"/>
              <a:gd name="connsiteY10" fmla="*/ 2259567 h 2259567"/>
              <a:gd name="connsiteX11" fmla="*/ 10614 w 2137655"/>
              <a:gd name="connsiteY11" fmla="*/ 151531 h 2259567"/>
              <a:gd name="connsiteX0" fmla="*/ 10614 w 2137655"/>
              <a:gd name="connsiteY0" fmla="*/ 151531 h 2259567"/>
              <a:gd name="connsiteX1" fmla="*/ 46003 w 2137655"/>
              <a:gd name="connsiteY1" fmla="*/ 240304 h 2259567"/>
              <a:gd name="connsiteX2" fmla="*/ 334928 w 2137655"/>
              <a:gd name="connsiteY2" fmla="*/ 494233 h 2259567"/>
              <a:gd name="connsiteX3" fmla="*/ 491696 w 2137655"/>
              <a:gd name="connsiteY3" fmla="*/ 825545 h 2259567"/>
              <a:gd name="connsiteX4" fmla="*/ 639298 w 2137655"/>
              <a:gd name="connsiteY4" fmla="*/ 1134427 h 2259567"/>
              <a:gd name="connsiteX5" fmla="*/ 867468 w 2137655"/>
              <a:gd name="connsiteY5" fmla="*/ 1507140 h 2259567"/>
              <a:gd name="connsiteX6" fmla="*/ 1209806 w 2137655"/>
              <a:gd name="connsiteY6" fmla="*/ 1667745 h 2259567"/>
              <a:gd name="connsiteX7" fmla="*/ 1832106 w 2137655"/>
              <a:gd name="connsiteY7" fmla="*/ 1746493 h 2259567"/>
              <a:gd name="connsiteX8" fmla="*/ 2137655 w 2137655"/>
              <a:gd name="connsiteY8" fmla="*/ 1728396 h 2259567"/>
              <a:gd name="connsiteX9" fmla="*/ 2124265 w 2137655"/>
              <a:gd name="connsiteY9" fmla="*/ 2259567 h 2259567"/>
              <a:gd name="connsiteX10" fmla="*/ 13789 w 2137655"/>
              <a:gd name="connsiteY10" fmla="*/ 2259567 h 2259567"/>
              <a:gd name="connsiteX11" fmla="*/ 10614 w 2137655"/>
              <a:gd name="connsiteY11" fmla="*/ 151531 h 2259567"/>
              <a:gd name="connsiteX0" fmla="*/ 10614 w 2137655"/>
              <a:gd name="connsiteY0" fmla="*/ 151531 h 2259567"/>
              <a:gd name="connsiteX1" fmla="*/ 46003 w 2137655"/>
              <a:gd name="connsiteY1" fmla="*/ 240304 h 2259567"/>
              <a:gd name="connsiteX2" fmla="*/ 334928 w 2137655"/>
              <a:gd name="connsiteY2" fmla="*/ 494233 h 2259567"/>
              <a:gd name="connsiteX3" fmla="*/ 491696 w 2137655"/>
              <a:gd name="connsiteY3" fmla="*/ 825545 h 2259567"/>
              <a:gd name="connsiteX4" fmla="*/ 639298 w 2137655"/>
              <a:gd name="connsiteY4" fmla="*/ 1134427 h 2259567"/>
              <a:gd name="connsiteX5" fmla="*/ 867468 w 2137655"/>
              <a:gd name="connsiteY5" fmla="*/ 1507140 h 2259567"/>
              <a:gd name="connsiteX6" fmla="*/ 1209806 w 2137655"/>
              <a:gd name="connsiteY6" fmla="*/ 1667745 h 2259567"/>
              <a:gd name="connsiteX7" fmla="*/ 1832106 w 2137655"/>
              <a:gd name="connsiteY7" fmla="*/ 1746493 h 2259567"/>
              <a:gd name="connsiteX8" fmla="*/ 2137655 w 2137655"/>
              <a:gd name="connsiteY8" fmla="*/ 1728396 h 2259567"/>
              <a:gd name="connsiteX9" fmla="*/ 2124265 w 2137655"/>
              <a:gd name="connsiteY9" fmla="*/ 2259567 h 2259567"/>
              <a:gd name="connsiteX10" fmla="*/ 13789 w 2137655"/>
              <a:gd name="connsiteY10" fmla="*/ 2259567 h 2259567"/>
              <a:gd name="connsiteX11" fmla="*/ 10614 w 2137655"/>
              <a:gd name="connsiteY11" fmla="*/ 151531 h 2259567"/>
              <a:gd name="connsiteX0" fmla="*/ 10614 w 2137655"/>
              <a:gd name="connsiteY0" fmla="*/ 151531 h 2259567"/>
              <a:gd name="connsiteX1" fmla="*/ 46003 w 2137655"/>
              <a:gd name="connsiteY1" fmla="*/ 240304 h 2259567"/>
              <a:gd name="connsiteX2" fmla="*/ 134903 w 2137655"/>
              <a:gd name="connsiteY2" fmla="*/ 327012 h 2259567"/>
              <a:gd name="connsiteX3" fmla="*/ 334928 w 2137655"/>
              <a:gd name="connsiteY3" fmla="*/ 494233 h 2259567"/>
              <a:gd name="connsiteX4" fmla="*/ 491696 w 2137655"/>
              <a:gd name="connsiteY4" fmla="*/ 825545 h 2259567"/>
              <a:gd name="connsiteX5" fmla="*/ 639298 w 2137655"/>
              <a:gd name="connsiteY5" fmla="*/ 1134427 h 2259567"/>
              <a:gd name="connsiteX6" fmla="*/ 867468 w 2137655"/>
              <a:gd name="connsiteY6" fmla="*/ 1507140 h 2259567"/>
              <a:gd name="connsiteX7" fmla="*/ 1209806 w 2137655"/>
              <a:gd name="connsiteY7" fmla="*/ 1667745 h 2259567"/>
              <a:gd name="connsiteX8" fmla="*/ 1832106 w 2137655"/>
              <a:gd name="connsiteY8" fmla="*/ 1746493 h 2259567"/>
              <a:gd name="connsiteX9" fmla="*/ 2137655 w 2137655"/>
              <a:gd name="connsiteY9" fmla="*/ 1728396 h 2259567"/>
              <a:gd name="connsiteX10" fmla="*/ 2124265 w 2137655"/>
              <a:gd name="connsiteY10" fmla="*/ 2259567 h 2259567"/>
              <a:gd name="connsiteX11" fmla="*/ 13789 w 2137655"/>
              <a:gd name="connsiteY11" fmla="*/ 2259567 h 2259567"/>
              <a:gd name="connsiteX12" fmla="*/ 10614 w 2137655"/>
              <a:gd name="connsiteY12" fmla="*/ 151531 h 2259567"/>
              <a:gd name="connsiteX0" fmla="*/ 10614 w 2137655"/>
              <a:gd name="connsiteY0" fmla="*/ 151531 h 2259567"/>
              <a:gd name="connsiteX1" fmla="*/ 46003 w 2137655"/>
              <a:gd name="connsiteY1" fmla="*/ 240304 h 2259567"/>
              <a:gd name="connsiteX2" fmla="*/ 179353 w 2137655"/>
              <a:gd name="connsiteY2" fmla="*/ 237208 h 2259567"/>
              <a:gd name="connsiteX3" fmla="*/ 334928 w 2137655"/>
              <a:gd name="connsiteY3" fmla="*/ 494233 h 2259567"/>
              <a:gd name="connsiteX4" fmla="*/ 491696 w 2137655"/>
              <a:gd name="connsiteY4" fmla="*/ 825545 h 2259567"/>
              <a:gd name="connsiteX5" fmla="*/ 639298 w 2137655"/>
              <a:gd name="connsiteY5" fmla="*/ 1134427 h 2259567"/>
              <a:gd name="connsiteX6" fmla="*/ 867468 w 2137655"/>
              <a:gd name="connsiteY6" fmla="*/ 1507140 h 2259567"/>
              <a:gd name="connsiteX7" fmla="*/ 1209806 w 2137655"/>
              <a:gd name="connsiteY7" fmla="*/ 1667745 h 2259567"/>
              <a:gd name="connsiteX8" fmla="*/ 1832106 w 2137655"/>
              <a:gd name="connsiteY8" fmla="*/ 1746493 h 2259567"/>
              <a:gd name="connsiteX9" fmla="*/ 2137655 w 2137655"/>
              <a:gd name="connsiteY9" fmla="*/ 1728396 h 2259567"/>
              <a:gd name="connsiteX10" fmla="*/ 2124265 w 2137655"/>
              <a:gd name="connsiteY10" fmla="*/ 2259567 h 2259567"/>
              <a:gd name="connsiteX11" fmla="*/ 13789 w 2137655"/>
              <a:gd name="connsiteY11" fmla="*/ 2259567 h 2259567"/>
              <a:gd name="connsiteX12" fmla="*/ 10614 w 2137655"/>
              <a:gd name="connsiteY12" fmla="*/ 151531 h 2259567"/>
              <a:gd name="connsiteX0" fmla="*/ 24859 w 2151900"/>
              <a:gd name="connsiteY0" fmla="*/ 178142 h 2286178"/>
              <a:gd name="connsiteX1" fmla="*/ 38023 w 2151900"/>
              <a:gd name="connsiteY1" fmla="*/ 177111 h 2286178"/>
              <a:gd name="connsiteX2" fmla="*/ 193598 w 2151900"/>
              <a:gd name="connsiteY2" fmla="*/ 263819 h 2286178"/>
              <a:gd name="connsiteX3" fmla="*/ 349173 w 2151900"/>
              <a:gd name="connsiteY3" fmla="*/ 520844 h 2286178"/>
              <a:gd name="connsiteX4" fmla="*/ 505941 w 2151900"/>
              <a:gd name="connsiteY4" fmla="*/ 852156 h 2286178"/>
              <a:gd name="connsiteX5" fmla="*/ 653543 w 2151900"/>
              <a:gd name="connsiteY5" fmla="*/ 1161038 h 2286178"/>
              <a:gd name="connsiteX6" fmla="*/ 881713 w 2151900"/>
              <a:gd name="connsiteY6" fmla="*/ 1533751 h 2286178"/>
              <a:gd name="connsiteX7" fmla="*/ 1224051 w 2151900"/>
              <a:gd name="connsiteY7" fmla="*/ 1694356 h 2286178"/>
              <a:gd name="connsiteX8" fmla="*/ 1846351 w 2151900"/>
              <a:gd name="connsiteY8" fmla="*/ 1773104 h 2286178"/>
              <a:gd name="connsiteX9" fmla="*/ 2151900 w 2151900"/>
              <a:gd name="connsiteY9" fmla="*/ 1755007 h 2286178"/>
              <a:gd name="connsiteX10" fmla="*/ 2138510 w 2151900"/>
              <a:gd name="connsiteY10" fmla="*/ 2286178 h 2286178"/>
              <a:gd name="connsiteX11" fmla="*/ 28034 w 2151900"/>
              <a:gd name="connsiteY11" fmla="*/ 2286178 h 2286178"/>
              <a:gd name="connsiteX12" fmla="*/ 24859 w 2151900"/>
              <a:gd name="connsiteY12" fmla="*/ 178142 h 2286178"/>
              <a:gd name="connsiteX0" fmla="*/ 0 w 2127041"/>
              <a:gd name="connsiteY0" fmla="*/ 145970 h 2254006"/>
              <a:gd name="connsiteX1" fmla="*/ 13164 w 2127041"/>
              <a:gd name="connsiteY1" fmla="*/ 144939 h 2254006"/>
              <a:gd name="connsiteX2" fmla="*/ 168739 w 2127041"/>
              <a:gd name="connsiteY2" fmla="*/ 231647 h 2254006"/>
              <a:gd name="connsiteX3" fmla="*/ 324314 w 2127041"/>
              <a:gd name="connsiteY3" fmla="*/ 488672 h 2254006"/>
              <a:gd name="connsiteX4" fmla="*/ 481082 w 2127041"/>
              <a:gd name="connsiteY4" fmla="*/ 819984 h 2254006"/>
              <a:gd name="connsiteX5" fmla="*/ 628684 w 2127041"/>
              <a:gd name="connsiteY5" fmla="*/ 1128866 h 2254006"/>
              <a:gd name="connsiteX6" fmla="*/ 856854 w 2127041"/>
              <a:gd name="connsiteY6" fmla="*/ 1501579 h 2254006"/>
              <a:gd name="connsiteX7" fmla="*/ 1199192 w 2127041"/>
              <a:gd name="connsiteY7" fmla="*/ 1662184 h 2254006"/>
              <a:gd name="connsiteX8" fmla="*/ 1821492 w 2127041"/>
              <a:gd name="connsiteY8" fmla="*/ 1740932 h 2254006"/>
              <a:gd name="connsiteX9" fmla="*/ 2127041 w 2127041"/>
              <a:gd name="connsiteY9" fmla="*/ 1722835 h 2254006"/>
              <a:gd name="connsiteX10" fmla="*/ 2113651 w 2127041"/>
              <a:gd name="connsiteY10" fmla="*/ 2254006 h 2254006"/>
              <a:gd name="connsiteX11" fmla="*/ 3175 w 2127041"/>
              <a:gd name="connsiteY11" fmla="*/ 2254006 h 2254006"/>
              <a:gd name="connsiteX12" fmla="*/ 0 w 2127041"/>
              <a:gd name="connsiteY12" fmla="*/ 145970 h 2254006"/>
              <a:gd name="connsiteX0" fmla="*/ 0 w 2127041"/>
              <a:gd name="connsiteY0" fmla="*/ 124300 h 2232336"/>
              <a:gd name="connsiteX1" fmla="*/ 60789 w 2127041"/>
              <a:gd name="connsiteY1" fmla="*/ 225460 h 2232336"/>
              <a:gd name="connsiteX2" fmla="*/ 168739 w 2127041"/>
              <a:gd name="connsiteY2" fmla="*/ 209977 h 2232336"/>
              <a:gd name="connsiteX3" fmla="*/ 324314 w 2127041"/>
              <a:gd name="connsiteY3" fmla="*/ 467002 h 2232336"/>
              <a:gd name="connsiteX4" fmla="*/ 481082 w 2127041"/>
              <a:gd name="connsiteY4" fmla="*/ 798314 h 2232336"/>
              <a:gd name="connsiteX5" fmla="*/ 628684 w 2127041"/>
              <a:gd name="connsiteY5" fmla="*/ 1107196 h 2232336"/>
              <a:gd name="connsiteX6" fmla="*/ 856854 w 2127041"/>
              <a:gd name="connsiteY6" fmla="*/ 1479909 h 2232336"/>
              <a:gd name="connsiteX7" fmla="*/ 1199192 w 2127041"/>
              <a:gd name="connsiteY7" fmla="*/ 1640514 h 2232336"/>
              <a:gd name="connsiteX8" fmla="*/ 1821492 w 2127041"/>
              <a:gd name="connsiteY8" fmla="*/ 1719262 h 2232336"/>
              <a:gd name="connsiteX9" fmla="*/ 2127041 w 2127041"/>
              <a:gd name="connsiteY9" fmla="*/ 1701165 h 2232336"/>
              <a:gd name="connsiteX10" fmla="*/ 2113651 w 2127041"/>
              <a:gd name="connsiteY10" fmla="*/ 2232336 h 2232336"/>
              <a:gd name="connsiteX11" fmla="*/ 3175 w 2127041"/>
              <a:gd name="connsiteY11" fmla="*/ 2232336 h 2232336"/>
              <a:gd name="connsiteX12" fmla="*/ 0 w 2127041"/>
              <a:gd name="connsiteY12" fmla="*/ 124300 h 2232336"/>
              <a:gd name="connsiteX0" fmla="*/ 0 w 2127041"/>
              <a:gd name="connsiteY0" fmla="*/ 141011 h 2249047"/>
              <a:gd name="connsiteX1" fmla="*/ 168739 w 2127041"/>
              <a:gd name="connsiteY1" fmla="*/ 226688 h 2249047"/>
              <a:gd name="connsiteX2" fmla="*/ 324314 w 2127041"/>
              <a:gd name="connsiteY2" fmla="*/ 483713 h 2249047"/>
              <a:gd name="connsiteX3" fmla="*/ 481082 w 2127041"/>
              <a:gd name="connsiteY3" fmla="*/ 815025 h 2249047"/>
              <a:gd name="connsiteX4" fmla="*/ 628684 w 2127041"/>
              <a:gd name="connsiteY4" fmla="*/ 1123907 h 2249047"/>
              <a:gd name="connsiteX5" fmla="*/ 856854 w 2127041"/>
              <a:gd name="connsiteY5" fmla="*/ 1496620 h 2249047"/>
              <a:gd name="connsiteX6" fmla="*/ 1199192 w 2127041"/>
              <a:gd name="connsiteY6" fmla="*/ 1657225 h 2249047"/>
              <a:gd name="connsiteX7" fmla="*/ 1821492 w 2127041"/>
              <a:gd name="connsiteY7" fmla="*/ 1735973 h 2249047"/>
              <a:gd name="connsiteX8" fmla="*/ 2127041 w 2127041"/>
              <a:gd name="connsiteY8" fmla="*/ 1717876 h 2249047"/>
              <a:gd name="connsiteX9" fmla="*/ 2113651 w 2127041"/>
              <a:gd name="connsiteY9" fmla="*/ 2249047 h 2249047"/>
              <a:gd name="connsiteX10" fmla="*/ 3175 w 2127041"/>
              <a:gd name="connsiteY10" fmla="*/ 2249047 h 2249047"/>
              <a:gd name="connsiteX11" fmla="*/ 0 w 2127041"/>
              <a:gd name="connsiteY11" fmla="*/ 141011 h 2249047"/>
              <a:gd name="connsiteX0" fmla="*/ 0 w 2127041"/>
              <a:gd name="connsiteY0" fmla="*/ 0 h 2108036"/>
              <a:gd name="connsiteX1" fmla="*/ 168739 w 2127041"/>
              <a:gd name="connsiteY1" fmla="*/ 85677 h 2108036"/>
              <a:gd name="connsiteX2" fmla="*/ 324314 w 2127041"/>
              <a:gd name="connsiteY2" fmla="*/ 342702 h 2108036"/>
              <a:gd name="connsiteX3" fmla="*/ 481082 w 2127041"/>
              <a:gd name="connsiteY3" fmla="*/ 674014 h 2108036"/>
              <a:gd name="connsiteX4" fmla="*/ 628684 w 2127041"/>
              <a:gd name="connsiteY4" fmla="*/ 982896 h 2108036"/>
              <a:gd name="connsiteX5" fmla="*/ 856854 w 2127041"/>
              <a:gd name="connsiteY5" fmla="*/ 1355609 h 2108036"/>
              <a:gd name="connsiteX6" fmla="*/ 1199192 w 2127041"/>
              <a:gd name="connsiteY6" fmla="*/ 1516214 h 2108036"/>
              <a:gd name="connsiteX7" fmla="*/ 1821492 w 2127041"/>
              <a:gd name="connsiteY7" fmla="*/ 1594962 h 2108036"/>
              <a:gd name="connsiteX8" fmla="*/ 2127041 w 2127041"/>
              <a:gd name="connsiteY8" fmla="*/ 1576865 h 2108036"/>
              <a:gd name="connsiteX9" fmla="*/ 2113651 w 2127041"/>
              <a:gd name="connsiteY9" fmla="*/ 2108036 h 2108036"/>
              <a:gd name="connsiteX10" fmla="*/ 3175 w 2127041"/>
              <a:gd name="connsiteY10" fmla="*/ 2108036 h 2108036"/>
              <a:gd name="connsiteX11" fmla="*/ 0 w 2127041"/>
              <a:gd name="connsiteY11" fmla="*/ 0 h 210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27041" h="2108036">
                <a:moveTo>
                  <a:pt x="0" y="0"/>
                </a:moveTo>
                <a:cubicBezTo>
                  <a:pt x="65694" y="6672"/>
                  <a:pt x="114687" y="28560"/>
                  <a:pt x="168739" y="85677"/>
                </a:cubicBezTo>
                <a:cubicBezTo>
                  <a:pt x="216893" y="127998"/>
                  <a:pt x="264849" y="259613"/>
                  <a:pt x="324314" y="342702"/>
                </a:cubicBezTo>
                <a:cubicBezTo>
                  <a:pt x="382721" y="443339"/>
                  <a:pt x="412891" y="566283"/>
                  <a:pt x="481082" y="674014"/>
                </a:cubicBezTo>
                <a:lnTo>
                  <a:pt x="628684" y="982896"/>
                </a:lnTo>
                <a:cubicBezTo>
                  <a:pt x="724740" y="1160299"/>
                  <a:pt x="751892" y="1244210"/>
                  <a:pt x="856854" y="1355609"/>
                </a:cubicBezTo>
                <a:cubicBezTo>
                  <a:pt x="956172" y="1417560"/>
                  <a:pt x="990140" y="1473569"/>
                  <a:pt x="1199192" y="1516214"/>
                </a:cubicBezTo>
                <a:cubicBezTo>
                  <a:pt x="1361023" y="1557178"/>
                  <a:pt x="1648330" y="1600160"/>
                  <a:pt x="1821492" y="1594962"/>
                </a:cubicBezTo>
                <a:cubicBezTo>
                  <a:pt x="1956554" y="1615164"/>
                  <a:pt x="2037073" y="1555650"/>
                  <a:pt x="2127041" y="1576865"/>
                </a:cubicBezTo>
                <a:cubicBezTo>
                  <a:pt x="2115409" y="1766355"/>
                  <a:pt x="2120806" y="1808915"/>
                  <a:pt x="2113651" y="2108036"/>
                </a:cubicBezTo>
                <a:lnTo>
                  <a:pt x="3175" y="2108036"/>
                </a:lnTo>
                <a:cubicBezTo>
                  <a:pt x="2117" y="1405357"/>
                  <a:pt x="1058" y="702679"/>
                  <a:pt x="0" y="0"/>
                </a:cubicBezTo>
                <a:close/>
              </a:path>
            </a:pathLst>
          </a:custGeom>
          <a:solidFill>
            <a:srgbClr val="392D65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E29772D5-AC81-CBAA-9C85-9CEF7DFFD1BF}"/>
              </a:ext>
            </a:extLst>
          </p:cNvPr>
          <p:cNvCxnSpPr>
            <a:cxnSpLocks/>
          </p:cNvCxnSpPr>
          <p:nvPr/>
        </p:nvCxnSpPr>
        <p:spPr>
          <a:xfrm>
            <a:off x="1417895" y="5383193"/>
            <a:ext cx="5498919" cy="0"/>
          </a:xfrm>
          <a:prstGeom prst="line">
            <a:avLst/>
          </a:prstGeom>
          <a:ln w="317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D70BD220-4407-3415-9B6F-ABEB50E86167}"/>
              </a:ext>
            </a:extLst>
          </p:cNvPr>
          <p:cNvCxnSpPr>
            <a:cxnSpLocks/>
          </p:cNvCxnSpPr>
          <p:nvPr/>
        </p:nvCxnSpPr>
        <p:spPr>
          <a:xfrm flipV="1">
            <a:off x="6604823" y="5317089"/>
            <a:ext cx="0" cy="45719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BF255D82-1016-4E98-D952-91BE99D0F6CF}"/>
              </a:ext>
            </a:extLst>
          </p:cNvPr>
          <p:cNvCxnSpPr>
            <a:cxnSpLocks/>
          </p:cNvCxnSpPr>
          <p:nvPr/>
        </p:nvCxnSpPr>
        <p:spPr>
          <a:xfrm flipV="1">
            <a:off x="6063166" y="5317089"/>
            <a:ext cx="0" cy="45719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2FB9BB5C-2786-61C2-1502-2CDADE9080CA}"/>
              </a:ext>
            </a:extLst>
          </p:cNvPr>
          <p:cNvCxnSpPr>
            <a:cxnSpLocks/>
          </p:cNvCxnSpPr>
          <p:nvPr/>
        </p:nvCxnSpPr>
        <p:spPr>
          <a:xfrm flipV="1">
            <a:off x="5521507" y="5317089"/>
            <a:ext cx="0" cy="45719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F841C36B-051F-E911-418A-690B820D2550}"/>
              </a:ext>
            </a:extLst>
          </p:cNvPr>
          <p:cNvCxnSpPr>
            <a:cxnSpLocks/>
          </p:cNvCxnSpPr>
          <p:nvPr/>
        </p:nvCxnSpPr>
        <p:spPr>
          <a:xfrm flipV="1">
            <a:off x="4979846" y="5317089"/>
            <a:ext cx="0" cy="45719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A52DBA67-8167-C64B-B0B6-3CCE16B54BD9}"/>
              </a:ext>
            </a:extLst>
          </p:cNvPr>
          <p:cNvCxnSpPr>
            <a:cxnSpLocks/>
          </p:cNvCxnSpPr>
          <p:nvPr/>
        </p:nvCxnSpPr>
        <p:spPr>
          <a:xfrm flipV="1">
            <a:off x="4438186" y="5317089"/>
            <a:ext cx="0" cy="45719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C419E5E1-8399-2839-9B60-3E177D105897}"/>
              </a:ext>
            </a:extLst>
          </p:cNvPr>
          <p:cNvCxnSpPr>
            <a:cxnSpLocks/>
          </p:cNvCxnSpPr>
          <p:nvPr/>
        </p:nvCxnSpPr>
        <p:spPr>
          <a:xfrm flipV="1">
            <a:off x="3896527" y="5317089"/>
            <a:ext cx="0" cy="45719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8E8BEA41-1CF2-3467-E0D5-98B154F2DF84}"/>
              </a:ext>
            </a:extLst>
          </p:cNvPr>
          <p:cNvCxnSpPr>
            <a:cxnSpLocks/>
          </p:cNvCxnSpPr>
          <p:nvPr/>
        </p:nvCxnSpPr>
        <p:spPr>
          <a:xfrm flipV="1">
            <a:off x="3354866" y="5317089"/>
            <a:ext cx="0" cy="45719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AD2C7395-EC9D-DDC5-A658-8CE91F4984DA}"/>
              </a:ext>
            </a:extLst>
          </p:cNvPr>
          <p:cNvCxnSpPr>
            <a:cxnSpLocks/>
          </p:cNvCxnSpPr>
          <p:nvPr/>
        </p:nvCxnSpPr>
        <p:spPr>
          <a:xfrm flipV="1">
            <a:off x="2813206" y="5317089"/>
            <a:ext cx="0" cy="45719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812D2E81-5F63-F7C7-E0EA-3D6E8B4A76D9}"/>
              </a:ext>
            </a:extLst>
          </p:cNvPr>
          <p:cNvCxnSpPr>
            <a:cxnSpLocks/>
          </p:cNvCxnSpPr>
          <p:nvPr/>
        </p:nvCxnSpPr>
        <p:spPr>
          <a:xfrm flipV="1">
            <a:off x="2271547" y="5317089"/>
            <a:ext cx="0" cy="45719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98FA8974-F349-F805-E544-1F76911E92BB}"/>
              </a:ext>
            </a:extLst>
          </p:cNvPr>
          <p:cNvCxnSpPr>
            <a:cxnSpLocks/>
          </p:cNvCxnSpPr>
          <p:nvPr/>
        </p:nvCxnSpPr>
        <p:spPr>
          <a:xfrm flipV="1">
            <a:off x="1729886" y="5317089"/>
            <a:ext cx="0" cy="45719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B715DF8-E338-8F23-1EC9-6A6DBA8790D8}"/>
              </a:ext>
            </a:extLst>
          </p:cNvPr>
          <p:cNvSpPr txBox="1"/>
          <p:nvPr/>
        </p:nvSpPr>
        <p:spPr>
          <a:xfrm>
            <a:off x="1611459" y="5498302"/>
            <a:ext cx="23083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pt-BR" sz="1600" dirty="0">
                <a:latin typeface="Roboto" panose="02000000000000000000" pitchFamily="2" charset="0"/>
                <a:ea typeface="Roboto" panose="02000000000000000000" pitchFamily="2" charset="0"/>
              </a:rPr>
              <a:t>10</a:t>
            </a:r>
            <a:endParaRPr lang="pt-BR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20D407D-1350-154C-D249-92B88B9188A8}"/>
              </a:ext>
            </a:extLst>
          </p:cNvPr>
          <p:cNvSpPr txBox="1"/>
          <p:nvPr/>
        </p:nvSpPr>
        <p:spPr>
          <a:xfrm>
            <a:off x="2152945" y="5498302"/>
            <a:ext cx="23083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pt-BR" sz="1600" dirty="0">
                <a:latin typeface="Roboto" panose="02000000000000000000" pitchFamily="2" charset="0"/>
                <a:ea typeface="Roboto" panose="02000000000000000000" pitchFamily="2" charset="0"/>
              </a:rPr>
              <a:t>30</a:t>
            </a:r>
            <a:endParaRPr lang="pt-BR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D8190DC-284A-632C-BCAD-F53D46B76541}"/>
              </a:ext>
            </a:extLst>
          </p:cNvPr>
          <p:cNvSpPr txBox="1"/>
          <p:nvPr/>
        </p:nvSpPr>
        <p:spPr>
          <a:xfrm>
            <a:off x="2694429" y="5498302"/>
            <a:ext cx="23083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pt-BR" sz="1600" dirty="0">
                <a:latin typeface="Roboto" panose="02000000000000000000" pitchFamily="2" charset="0"/>
                <a:ea typeface="Roboto" panose="02000000000000000000" pitchFamily="2" charset="0"/>
              </a:rPr>
              <a:t>50</a:t>
            </a:r>
            <a:endParaRPr lang="pt-BR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497ED7D-7131-BAD4-820E-A7F8DC07BFB3}"/>
              </a:ext>
            </a:extLst>
          </p:cNvPr>
          <p:cNvSpPr txBox="1"/>
          <p:nvPr/>
        </p:nvSpPr>
        <p:spPr>
          <a:xfrm>
            <a:off x="3235913" y="5498302"/>
            <a:ext cx="23083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pt-BR" sz="1600" dirty="0">
                <a:latin typeface="Roboto" panose="02000000000000000000" pitchFamily="2" charset="0"/>
                <a:ea typeface="Roboto" panose="02000000000000000000" pitchFamily="2" charset="0"/>
              </a:rPr>
              <a:t>70</a:t>
            </a:r>
            <a:endParaRPr lang="pt-BR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E5C8E5C7-BF86-C3AA-0229-0AA8B0E064F7}"/>
              </a:ext>
            </a:extLst>
          </p:cNvPr>
          <p:cNvSpPr txBox="1"/>
          <p:nvPr/>
        </p:nvSpPr>
        <p:spPr>
          <a:xfrm>
            <a:off x="3777400" y="5498302"/>
            <a:ext cx="23083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pt-BR" sz="1600" dirty="0">
                <a:latin typeface="Roboto" panose="02000000000000000000" pitchFamily="2" charset="0"/>
                <a:ea typeface="Roboto" panose="02000000000000000000" pitchFamily="2" charset="0"/>
              </a:rPr>
              <a:t>90</a:t>
            </a:r>
            <a:endParaRPr lang="pt-BR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71E2EED-341B-B4A6-0204-EBA227033BA7}"/>
              </a:ext>
            </a:extLst>
          </p:cNvPr>
          <p:cNvSpPr txBox="1"/>
          <p:nvPr/>
        </p:nvSpPr>
        <p:spPr>
          <a:xfrm>
            <a:off x="4261177" y="5498302"/>
            <a:ext cx="34625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pt-BR" sz="1600" dirty="0">
                <a:latin typeface="Roboto" panose="02000000000000000000" pitchFamily="2" charset="0"/>
                <a:ea typeface="Roboto" panose="02000000000000000000" pitchFamily="2" charset="0"/>
              </a:rPr>
              <a:t>110</a:t>
            </a:r>
            <a:endParaRPr lang="pt-BR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070DCB2-DDA7-24E6-45F7-274EEC567552}"/>
              </a:ext>
            </a:extLst>
          </p:cNvPr>
          <p:cNvSpPr txBox="1"/>
          <p:nvPr/>
        </p:nvSpPr>
        <p:spPr>
          <a:xfrm>
            <a:off x="4802660" y="5498302"/>
            <a:ext cx="34625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pt-BR" sz="1600" dirty="0">
                <a:latin typeface="Roboto" panose="02000000000000000000" pitchFamily="2" charset="0"/>
                <a:ea typeface="Roboto" panose="02000000000000000000" pitchFamily="2" charset="0"/>
              </a:rPr>
              <a:t>130</a:t>
            </a:r>
            <a:endParaRPr lang="pt-BR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C35F3EE-44B4-818D-B3AB-F7365013CDA4}"/>
              </a:ext>
            </a:extLst>
          </p:cNvPr>
          <p:cNvSpPr txBox="1"/>
          <p:nvPr/>
        </p:nvSpPr>
        <p:spPr>
          <a:xfrm>
            <a:off x="5344149" y="5498302"/>
            <a:ext cx="34625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pt-BR" sz="1600" dirty="0">
                <a:latin typeface="Roboto" panose="02000000000000000000" pitchFamily="2" charset="0"/>
                <a:ea typeface="Roboto" panose="02000000000000000000" pitchFamily="2" charset="0"/>
              </a:rPr>
              <a:t>150</a:t>
            </a:r>
            <a:endParaRPr lang="pt-BR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B5C5D449-1294-49EA-64FE-9411F8F01F26}"/>
              </a:ext>
            </a:extLst>
          </p:cNvPr>
          <p:cNvSpPr txBox="1"/>
          <p:nvPr/>
        </p:nvSpPr>
        <p:spPr>
          <a:xfrm>
            <a:off x="5885635" y="5498302"/>
            <a:ext cx="34625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pt-BR" sz="1600" dirty="0">
                <a:latin typeface="Roboto" panose="02000000000000000000" pitchFamily="2" charset="0"/>
                <a:ea typeface="Roboto" panose="02000000000000000000" pitchFamily="2" charset="0"/>
              </a:rPr>
              <a:t>170</a:t>
            </a:r>
            <a:endParaRPr lang="pt-BR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6B19B7B-B34C-CB1C-26F9-406572E16956}"/>
              </a:ext>
            </a:extLst>
          </p:cNvPr>
          <p:cNvSpPr txBox="1"/>
          <p:nvPr/>
        </p:nvSpPr>
        <p:spPr>
          <a:xfrm>
            <a:off x="6427123" y="5498302"/>
            <a:ext cx="34624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pt-BR" sz="1600" dirty="0">
                <a:latin typeface="Roboto" panose="02000000000000000000" pitchFamily="2" charset="0"/>
                <a:ea typeface="Roboto" panose="02000000000000000000" pitchFamily="2" charset="0"/>
              </a:rPr>
              <a:t>190</a:t>
            </a:r>
            <a:endParaRPr lang="pt-BR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9" name="Forma Livre: Forma 28">
            <a:extLst>
              <a:ext uri="{FF2B5EF4-FFF2-40B4-BE49-F238E27FC236}">
                <a16:creationId xmlns:a16="http://schemas.microsoft.com/office/drawing/2014/main" id="{EB090108-1121-5DE9-5F33-C29930C11535}"/>
              </a:ext>
            </a:extLst>
          </p:cNvPr>
          <p:cNvSpPr/>
          <p:nvPr/>
        </p:nvSpPr>
        <p:spPr>
          <a:xfrm>
            <a:off x="2062267" y="3221287"/>
            <a:ext cx="4210174" cy="1630535"/>
          </a:xfrm>
          <a:custGeom>
            <a:avLst/>
            <a:gdLst>
              <a:gd name="connsiteX0" fmla="*/ 0 w 1390650"/>
              <a:gd name="connsiteY0" fmla="*/ 45923 h 45923"/>
              <a:gd name="connsiteX1" fmla="*/ 1390650 w 1390650"/>
              <a:gd name="connsiteY1" fmla="*/ 7823 h 45923"/>
              <a:gd name="connsiteX0" fmla="*/ 0 w 1390650"/>
              <a:gd name="connsiteY0" fmla="*/ 57849 h 57849"/>
              <a:gd name="connsiteX1" fmla="*/ 523785 w 1390650"/>
              <a:gd name="connsiteY1" fmla="*/ 6500 h 57849"/>
              <a:gd name="connsiteX2" fmla="*/ 1390650 w 1390650"/>
              <a:gd name="connsiteY2" fmla="*/ 19749 h 57849"/>
              <a:gd name="connsiteX0" fmla="*/ 0 w 1651000"/>
              <a:gd name="connsiteY0" fmla="*/ 95949 h 95949"/>
              <a:gd name="connsiteX1" fmla="*/ 784135 w 1651000"/>
              <a:gd name="connsiteY1" fmla="*/ 6500 h 95949"/>
              <a:gd name="connsiteX2" fmla="*/ 1651000 w 1651000"/>
              <a:gd name="connsiteY2" fmla="*/ 19749 h 95949"/>
              <a:gd name="connsiteX0" fmla="*/ 0 w 2619375"/>
              <a:gd name="connsiteY0" fmla="*/ 127699 h 127699"/>
              <a:gd name="connsiteX1" fmla="*/ 1752510 w 2619375"/>
              <a:gd name="connsiteY1" fmla="*/ 6500 h 127699"/>
              <a:gd name="connsiteX2" fmla="*/ 2619375 w 2619375"/>
              <a:gd name="connsiteY2" fmla="*/ 19749 h 127699"/>
              <a:gd name="connsiteX0" fmla="*/ 0 w 2619375"/>
              <a:gd name="connsiteY0" fmla="*/ 107950 h 107950"/>
              <a:gd name="connsiteX1" fmla="*/ 1057185 w 2619375"/>
              <a:gd name="connsiteY1" fmla="*/ 101051 h 107950"/>
              <a:gd name="connsiteX2" fmla="*/ 2619375 w 2619375"/>
              <a:gd name="connsiteY2" fmla="*/ 0 h 107950"/>
              <a:gd name="connsiteX0" fmla="*/ 0 w 2619375"/>
              <a:gd name="connsiteY0" fmla="*/ 107950 h 107950"/>
              <a:gd name="connsiteX1" fmla="*/ 1057185 w 2619375"/>
              <a:gd name="connsiteY1" fmla="*/ 101051 h 107950"/>
              <a:gd name="connsiteX2" fmla="*/ 1838236 w 2619375"/>
              <a:gd name="connsiteY2" fmla="*/ 12150 h 107950"/>
              <a:gd name="connsiteX3" fmla="*/ 2619375 w 2619375"/>
              <a:gd name="connsiteY3" fmla="*/ 0 h 107950"/>
              <a:gd name="connsiteX0" fmla="*/ 0 w 2619375"/>
              <a:gd name="connsiteY0" fmla="*/ 107950 h 107950"/>
              <a:gd name="connsiteX1" fmla="*/ 1057185 w 2619375"/>
              <a:gd name="connsiteY1" fmla="*/ 101051 h 107950"/>
              <a:gd name="connsiteX2" fmla="*/ 1844586 w 2619375"/>
              <a:gd name="connsiteY2" fmla="*/ 94700 h 107950"/>
              <a:gd name="connsiteX3" fmla="*/ 2619375 w 2619375"/>
              <a:gd name="connsiteY3" fmla="*/ 0 h 107950"/>
              <a:gd name="connsiteX0" fmla="*/ 0 w 2895600"/>
              <a:gd name="connsiteY0" fmla="*/ 18153 h 18245"/>
              <a:gd name="connsiteX1" fmla="*/ 1057185 w 2895600"/>
              <a:gd name="connsiteY1" fmla="*/ 11254 h 18245"/>
              <a:gd name="connsiteX2" fmla="*/ 1844586 w 2895600"/>
              <a:gd name="connsiteY2" fmla="*/ 4903 h 18245"/>
              <a:gd name="connsiteX3" fmla="*/ 2895600 w 2895600"/>
              <a:gd name="connsiteY3" fmla="*/ 18153 h 18245"/>
              <a:gd name="connsiteX0" fmla="*/ 0 w 2895600"/>
              <a:gd name="connsiteY0" fmla="*/ 18153 h 18245"/>
              <a:gd name="connsiteX1" fmla="*/ 1057185 w 2895600"/>
              <a:gd name="connsiteY1" fmla="*/ 11254 h 18245"/>
              <a:gd name="connsiteX2" fmla="*/ 1298485 w 2895600"/>
              <a:gd name="connsiteY2" fmla="*/ 1728 h 18245"/>
              <a:gd name="connsiteX3" fmla="*/ 1844586 w 2895600"/>
              <a:gd name="connsiteY3" fmla="*/ 4903 h 18245"/>
              <a:gd name="connsiteX4" fmla="*/ 2895600 w 2895600"/>
              <a:gd name="connsiteY4" fmla="*/ 18153 h 18245"/>
              <a:gd name="connsiteX0" fmla="*/ 0 w 2895600"/>
              <a:gd name="connsiteY0" fmla="*/ 924475 h 924567"/>
              <a:gd name="connsiteX1" fmla="*/ 1057185 w 2895600"/>
              <a:gd name="connsiteY1" fmla="*/ 917576 h 924567"/>
              <a:gd name="connsiteX2" fmla="*/ 1377860 w 2895600"/>
              <a:gd name="connsiteY2" fmla="*/ 0 h 924567"/>
              <a:gd name="connsiteX3" fmla="*/ 1844586 w 2895600"/>
              <a:gd name="connsiteY3" fmla="*/ 911225 h 924567"/>
              <a:gd name="connsiteX4" fmla="*/ 2895600 w 2895600"/>
              <a:gd name="connsiteY4" fmla="*/ 924475 h 924567"/>
              <a:gd name="connsiteX0" fmla="*/ 0 w 2895600"/>
              <a:gd name="connsiteY0" fmla="*/ 1557888 h 1557980"/>
              <a:gd name="connsiteX1" fmla="*/ 1057185 w 2895600"/>
              <a:gd name="connsiteY1" fmla="*/ 1550989 h 1557980"/>
              <a:gd name="connsiteX2" fmla="*/ 1454060 w 2895600"/>
              <a:gd name="connsiteY2" fmla="*/ 0 h 1557980"/>
              <a:gd name="connsiteX3" fmla="*/ 1844586 w 2895600"/>
              <a:gd name="connsiteY3" fmla="*/ 1544638 h 1557980"/>
              <a:gd name="connsiteX4" fmla="*/ 2895600 w 2895600"/>
              <a:gd name="connsiteY4" fmla="*/ 1557888 h 1557980"/>
              <a:gd name="connsiteX0" fmla="*/ 0 w 2895600"/>
              <a:gd name="connsiteY0" fmla="*/ 1557888 h 1557980"/>
              <a:gd name="connsiteX1" fmla="*/ 1057185 w 2895600"/>
              <a:gd name="connsiteY1" fmla="*/ 1550989 h 1557980"/>
              <a:gd name="connsiteX2" fmla="*/ 1454060 w 2895600"/>
              <a:gd name="connsiteY2" fmla="*/ 0 h 1557980"/>
              <a:gd name="connsiteX3" fmla="*/ 1844586 w 2895600"/>
              <a:gd name="connsiteY3" fmla="*/ 1544638 h 1557980"/>
              <a:gd name="connsiteX4" fmla="*/ 2895600 w 2895600"/>
              <a:gd name="connsiteY4" fmla="*/ 1557888 h 1557980"/>
              <a:gd name="connsiteX0" fmla="*/ 0 w 2895600"/>
              <a:gd name="connsiteY0" fmla="*/ 1557888 h 1557980"/>
              <a:gd name="connsiteX1" fmla="*/ 1057185 w 2895600"/>
              <a:gd name="connsiteY1" fmla="*/ 1550989 h 1557980"/>
              <a:gd name="connsiteX2" fmla="*/ 1454060 w 2895600"/>
              <a:gd name="connsiteY2" fmla="*/ 0 h 1557980"/>
              <a:gd name="connsiteX3" fmla="*/ 1844586 w 2895600"/>
              <a:gd name="connsiteY3" fmla="*/ 1544638 h 1557980"/>
              <a:gd name="connsiteX4" fmla="*/ 2895600 w 2895600"/>
              <a:gd name="connsiteY4" fmla="*/ 1557888 h 1557980"/>
              <a:gd name="connsiteX0" fmla="*/ 0 w 2895600"/>
              <a:gd name="connsiteY0" fmla="*/ 1557888 h 1557980"/>
              <a:gd name="connsiteX1" fmla="*/ 1057185 w 2895600"/>
              <a:gd name="connsiteY1" fmla="*/ 1550989 h 1557980"/>
              <a:gd name="connsiteX2" fmla="*/ 1454060 w 2895600"/>
              <a:gd name="connsiteY2" fmla="*/ 0 h 1557980"/>
              <a:gd name="connsiteX3" fmla="*/ 1844586 w 2895600"/>
              <a:gd name="connsiteY3" fmla="*/ 1544638 h 1557980"/>
              <a:gd name="connsiteX4" fmla="*/ 2895600 w 2895600"/>
              <a:gd name="connsiteY4" fmla="*/ 1557888 h 1557980"/>
              <a:gd name="connsiteX0" fmla="*/ 0 w 2895600"/>
              <a:gd name="connsiteY0" fmla="*/ 1557888 h 1557980"/>
              <a:gd name="connsiteX1" fmla="*/ 1057185 w 2895600"/>
              <a:gd name="connsiteY1" fmla="*/ 1550989 h 1557980"/>
              <a:gd name="connsiteX2" fmla="*/ 1446916 w 2895600"/>
              <a:gd name="connsiteY2" fmla="*/ 0 h 1557980"/>
              <a:gd name="connsiteX3" fmla="*/ 1844586 w 2895600"/>
              <a:gd name="connsiteY3" fmla="*/ 1544638 h 1557980"/>
              <a:gd name="connsiteX4" fmla="*/ 2895600 w 2895600"/>
              <a:gd name="connsiteY4" fmla="*/ 1557888 h 1557980"/>
              <a:gd name="connsiteX0" fmla="*/ 0 w 2895600"/>
              <a:gd name="connsiteY0" fmla="*/ 1557888 h 1557980"/>
              <a:gd name="connsiteX1" fmla="*/ 1057185 w 2895600"/>
              <a:gd name="connsiteY1" fmla="*/ 1550989 h 1557980"/>
              <a:gd name="connsiteX2" fmla="*/ 1446916 w 2895600"/>
              <a:gd name="connsiteY2" fmla="*/ 0 h 1557980"/>
              <a:gd name="connsiteX3" fmla="*/ 1844586 w 2895600"/>
              <a:gd name="connsiteY3" fmla="*/ 1544638 h 1557980"/>
              <a:gd name="connsiteX4" fmla="*/ 2895600 w 2895600"/>
              <a:gd name="connsiteY4" fmla="*/ 1557888 h 1557980"/>
              <a:gd name="connsiteX0" fmla="*/ 0 w 2895600"/>
              <a:gd name="connsiteY0" fmla="*/ 1557888 h 1558425"/>
              <a:gd name="connsiteX1" fmla="*/ 1057185 w 2895600"/>
              <a:gd name="connsiteY1" fmla="*/ 1550989 h 1558425"/>
              <a:gd name="connsiteX2" fmla="*/ 1446916 w 2895600"/>
              <a:gd name="connsiteY2" fmla="*/ 0 h 1558425"/>
              <a:gd name="connsiteX3" fmla="*/ 1844586 w 2895600"/>
              <a:gd name="connsiteY3" fmla="*/ 1544638 h 1558425"/>
              <a:gd name="connsiteX4" fmla="*/ 2895600 w 2895600"/>
              <a:gd name="connsiteY4" fmla="*/ 1557888 h 1558425"/>
              <a:gd name="connsiteX0" fmla="*/ 0 w 2895600"/>
              <a:gd name="connsiteY0" fmla="*/ 1557888 h 1557888"/>
              <a:gd name="connsiteX1" fmla="*/ 1057185 w 2895600"/>
              <a:gd name="connsiteY1" fmla="*/ 1550989 h 1557888"/>
              <a:gd name="connsiteX2" fmla="*/ 1446916 w 2895600"/>
              <a:gd name="connsiteY2" fmla="*/ 0 h 1557888"/>
              <a:gd name="connsiteX3" fmla="*/ 1858874 w 2895600"/>
              <a:gd name="connsiteY3" fmla="*/ 1513682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1057185 w 2895600"/>
              <a:gd name="connsiteY1" fmla="*/ 1550989 h 1557888"/>
              <a:gd name="connsiteX2" fmla="*/ 1446916 w 2895600"/>
              <a:gd name="connsiteY2" fmla="*/ 0 h 1557888"/>
              <a:gd name="connsiteX3" fmla="*/ 1858874 w 2895600"/>
              <a:gd name="connsiteY3" fmla="*/ 1513682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1057185 w 2895600"/>
              <a:gd name="connsiteY1" fmla="*/ 1550989 h 1557888"/>
              <a:gd name="connsiteX2" fmla="*/ 1446916 w 2895600"/>
              <a:gd name="connsiteY2" fmla="*/ 0 h 1557888"/>
              <a:gd name="connsiteX3" fmla="*/ 1858874 w 2895600"/>
              <a:gd name="connsiteY3" fmla="*/ 1513682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1057185 w 2895600"/>
              <a:gd name="connsiteY1" fmla="*/ 1550989 h 1557888"/>
              <a:gd name="connsiteX2" fmla="*/ 1446916 w 2895600"/>
              <a:gd name="connsiteY2" fmla="*/ 0 h 1557888"/>
              <a:gd name="connsiteX3" fmla="*/ 1858874 w 2895600"/>
              <a:gd name="connsiteY3" fmla="*/ 1513682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1057185 w 2895600"/>
              <a:gd name="connsiteY1" fmla="*/ 1550989 h 1557888"/>
              <a:gd name="connsiteX2" fmla="*/ 1446916 w 2895600"/>
              <a:gd name="connsiteY2" fmla="*/ 0 h 1557888"/>
              <a:gd name="connsiteX3" fmla="*/ 1818393 w 2895600"/>
              <a:gd name="connsiteY3" fmla="*/ 1516064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1057185 w 2895600"/>
              <a:gd name="connsiteY1" fmla="*/ 1550989 h 1557888"/>
              <a:gd name="connsiteX2" fmla="*/ 1446916 w 2895600"/>
              <a:gd name="connsiteY2" fmla="*/ 0 h 1557888"/>
              <a:gd name="connsiteX3" fmla="*/ 1818393 w 2895600"/>
              <a:gd name="connsiteY3" fmla="*/ 1516064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1057185 w 2895600"/>
              <a:gd name="connsiteY1" fmla="*/ 1550989 h 1557888"/>
              <a:gd name="connsiteX2" fmla="*/ 1446916 w 2895600"/>
              <a:gd name="connsiteY2" fmla="*/ 0 h 1557888"/>
              <a:gd name="connsiteX3" fmla="*/ 1818393 w 2895600"/>
              <a:gd name="connsiteY3" fmla="*/ 1516064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1057185 w 2895600"/>
              <a:gd name="connsiteY1" fmla="*/ 1550989 h 1557888"/>
              <a:gd name="connsiteX2" fmla="*/ 1446916 w 2895600"/>
              <a:gd name="connsiteY2" fmla="*/ 0 h 1557888"/>
              <a:gd name="connsiteX3" fmla="*/ 1818393 w 2895600"/>
              <a:gd name="connsiteY3" fmla="*/ 1516064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1054804 w 2895600"/>
              <a:gd name="connsiteY1" fmla="*/ 1524795 h 1557888"/>
              <a:gd name="connsiteX2" fmla="*/ 1446916 w 2895600"/>
              <a:gd name="connsiteY2" fmla="*/ 0 h 1557888"/>
              <a:gd name="connsiteX3" fmla="*/ 1818393 w 2895600"/>
              <a:gd name="connsiteY3" fmla="*/ 1516064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1054804 w 2895600"/>
              <a:gd name="connsiteY1" fmla="*/ 1524795 h 1557888"/>
              <a:gd name="connsiteX2" fmla="*/ 1446916 w 2895600"/>
              <a:gd name="connsiteY2" fmla="*/ 0 h 1557888"/>
              <a:gd name="connsiteX3" fmla="*/ 1818393 w 2895600"/>
              <a:gd name="connsiteY3" fmla="*/ 1516064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1054804 w 2895600"/>
              <a:gd name="connsiteY1" fmla="*/ 1524795 h 1557888"/>
              <a:gd name="connsiteX2" fmla="*/ 1446916 w 2895600"/>
              <a:gd name="connsiteY2" fmla="*/ 0 h 1557888"/>
              <a:gd name="connsiteX3" fmla="*/ 1818393 w 2895600"/>
              <a:gd name="connsiteY3" fmla="*/ 1516064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1054804 w 2895600"/>
              <a:gd name="connsiteY1" fmla="*/ 1524795 h 1557888"/>
              <a:gd name="connsiteX2" fmla="*/ 1446916 w 2895600"/>
              <a:gd name="connsiteY2" fmla="*/ 0 h 1557888"/>
              <a:gd name="connsiteX3" fmla="*/ 1818393 w 2895600"/>
              <a:gd name="connsiteY3" fmla="*/ 1516064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1054804 w 2895600"/>
              <a:gd name="connsiteY1" fmla="*/ 1524795 h 1557888"/>
              <a:gd name="connsiteX2" fmla="*/ 1446916 w 2895600"/>
              <a:gd name="connsiteY2" fmla="*/ 0 h 1557888"/>
              <a:gd name="connsiteX3" fmla="*/ 1818393 w 2895600"/>
              <a:gd name="connsiteY3" fmla="*/ 1516064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916691 w 2895600"/>
              <a:gd name="connsiteY1" fmla="*/ 1397082 h 1557888"/>
              <a:gd name="connsiteX2" fmla="*/ 1446916 w 2895600"/>
              <a:gd name="connsiteY2" fmla="*/ 0 h 1557888"/>
              <a:gd name="connsiteX3" fmla="*/ 1818393 w 2895600"/>
              <a:gd name="connsiteY3" fmla="*/ 1516064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916691 w 2895600"/>
              <a:gd name="connsiteY1" fmla="*/ 1397082 h 1557888"/>
              <a:gd name="connsiteX2" fmla="*/ 1446916 w 2895600"/>
              <a:gd name="connsiteY2" fmla="*/ 0 h 1557888"/>
              <a:gd name="connsiteX3" fmla="*/ 1818393 w 2895600"/>
              <a:gd name="connsiteY3" fmla="*/ 1516064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926216 w 2895600"/>
              <a:gd name="connsiteY1" fmla="*/ 1430191 h 1557888"/>
              <a:gd name="connsiteX2" fmla="*/ 1446916 w 2895600"/>
              <a:gd name="connsiteY2" fmla="*/ 0 h 1557888"/>
              <a:gd name="connsiteX3" fmla="*/ 1818393 w 2895600"/>
              <a:gd name="connsiteY3" fmla="*/ 1516064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926216 w 2895600"/>
              <a:gd name="connsiteY1" fmla="*/ 1430191 h 1557888"/>
              <a:gd name="connsiteX2" fmla="*/ 1446916 w 2895600"/>
              <a:gd name="connsiteY2" fmla="*/ 0 h 1557888"/>
              <a:gd name="connsiteX3" fmla="*/ 1818393 w 2895600"/>
              <a:gd name="connsiteY3" fmla="*/ 1516064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926216 w 2895600"/>
              <a:gd name="connsiteY1" fmla="*/ 1430191 h 1557888"/>
              <a:gd name="connsiteX2" fmla="*/ 1446916 w 2895600"/>
              <a:gd name="connsiteY2" fmla="*/ 0 h 1557888"/>
              <a:gd name="connsiteX3" fmla="*/ 1818393 w 2895600"/>
              <a:gd name="connsiteY3" fmla="*/ 1516064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604747 w 2895600"/>
              <a:gd name="connsiteY1" fmla="*/ 1453843 h 1557888"/>
              <a:gd name="connsiteX2" fmla="*/ 1446916 w 2895600"/>
              <a:gd name="connsiteY2" fmla="*/ 0 h 1557888"/>
              <a:gd name="connsiteX3" fmla="*/ 1818393 w 2895600"/>
              <a:gd name="connsiteY3" fmla="*/ 1516064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604747 w 2895600"/>
              <a:gd name="connsiteY1" fmla="*/ 1453843 h 1557888"/>
              <a:gd name="connsiteX2" fmla="*/ 1446916 w 2895600"/>
              <a:gd name="connsiteY2" fmla="*/ 0 h 1557888"/>
              <a:gd name="connsiteX3" fmla="*/ 1818393 w 2895600"/>
              <a:gd name="connsiteY3" fmla="*/ 1516064 h 1557888"/>
              <a:gd name="connsiteX4" fmla="*/ 2895600 w 2895600"/>
              <a:gd name="connsiteY4" fmla="*/ 1557888 h 1557888"/>
              <a:gd name="connsiteX0" fmla="*/ 0 w 2895600"/>
              <a:gd name="connsiteY0" fmla="*/ 1557888 h 1557888"/>
              <a:gd name="connsiteX1" fmla="*/ 604747 w 2895600"/>
              <a:gd name="connsiteY1" fmla="*/ 1453843 h 1557888"/>
              <a:gd name="connsiteX2" fmla="*/ 1446916 w 2895600"/>
              <a:gd name="connsiteY2" fmla="*/ 0 h 1557888"/>
              <a:gd name="connsiteX3" fmla="*/ 1818393 w 2895600"/>
              <a:gd name="connsiteY3" fmla="*/ 1516064 h 1557888"/>
              <a:gd name="connsiteX4" fmla="*/ 2895600 w 2895600"/>
              <a:gd name="connsiteY4" fmla="*/ 1557888 h 1557888"/>
              <a:gd name="connsiteX0" fmla="*/ 0 w 2895600"/>
              <a:gd name="connsiteY0" fmla="*/ 1557890 h 1557890"/>
              <a:gd name="connsiteX1" fmla="*/ 604747 w 2895600"/>
              <a:gd name="connsiteY1" fmla="*/ 1453845 h 1557890"/>
              <a:gd name="connsiteX2" fmla="*/ 1446916 w 2895600"/>
              <a:gd name="connsiteY2" fmla="*/ 2 h 1557890"/>
              <a:gd name="connsiteX3" fmla="*/ 1818393 w 2895600"/>
              <a:gd name="connsiteY3" fmla="*/ 1516066 h 1557890"/>
              <a:gd name="connsiteX4" fmla="*/ 2895600 w 2895600"/>
              <a:gd name="connsiteY4" fmla="*/ 1557890 h 1557890"/>
              <a:gd name="connsiteX0" fmla="*/ 0 w 2895600"/>
              <a:gd name="connsiteY0" fmla="*/ 1558154 h 1558154"/>
              <a:gd name="connsiteX1" fmla="*/ 604747 w 2895600"/>
              <a:gd name="connsiteY1" fmla="*/ 1454109 h 1558154"/>
              <a:gd name="connsiteX2" fmla="*/ 1446916 w 2895600"/>
              <a:gd name="connsiteY2" fmla="*/ 266 h 1558154"/>
              <a:gd name="connsiteX3" fmla="*/ 1818393 w 2895600"/>
              <a:gd name="connsiteY3" fmla="*/ 1516330 h 1558154"/>
              <a:gd name="connsiteX4" fmla="*/ 2895600 w 2895600"/>
              <a:gd name="connsiteY4" fmla="*/ 1558154 h 1558154"/>
              <a:gd name="connsiteX0" fmla="*/ 0 w 2895600"/>
              <a:gd name="connsiteY0" fmla="*/ 1558120 h 1558120"/>
              <a:gd name="connsiteX1" fmla="*/ 604747 w 2895600"/>
              <a:gd name="connsiteY1" fmla="*/ 1454075 h 1558120"/>
              <a:gd name="connsiteX2" fmla="*/ 1446916 w 2895600"/>
              <a:gd name="connsiteY2" fmla="*/ 232 h 1558120"/>
              <a:gd name="connsiteX3" fmla="*/ 1818393 w 2895600"/>
              <a:gd name="connsiteY3" fmla="*/ 1516296 h 1558120"/>
              <a:gd name="connsiteX4" fmla="*/ 2895600 w 2895600"/>
              <a:gd name="connsiteY4" fmla="*/ 1558120 h 1558120"/>
              <a:gd name="connsiteX0" fmla="*/ 0 w 2895600"/>
              <a:gd name="connsiteY0" fmla="*/ 1558066 h 1558066"/>
              <a:gd name="connsiteX1" fmla="*/ 604747 w 2895600"/>
              <a:gd name="connsiteY1" fmla="*/ 1454021 h 1558066"/>
              <a:gd name="connsiteX2" fmla="*/ 1446916 w 2895600"/>
              <a:gd name="connsiteY2" fmla="*/ 178 h 1558066"/>
              <a:gd name="connsiteX3" fmla="*/ 1963173 w 2895600"/>
              <a:gd name="connsiteY3" fmla="*/ 1349744 h 1558066"/>
              <a:gd name="connsiteX4" fmla="*/ 2895600 w 2895600"/>
              <a:gd name="connsiteY4" fmla="*/ 1558066 h 1558066"/>
              <a:gd name="connsiteX0" fmla="*/ 0 w 2895600"/>
              <a:gd name="connsiteY0" fmla="*/ 1392540 h 1392540"/>
              <a:gd name="connsiteX1" fmla="*/ 604747 w 2895600"/>
              <a:gd name="connsiteY1" fmla="*/ 1288495 h 1392540"/>
              <a:gd name="connsiteX2" fmla="*/ 1432628 w 2895600"/>
              <a:gd name="connsiteY2" fmla="*/ 206 h 1392540"/>
              <a:gd name="connsiteX3" fmla="*/ 1963173 w 2895600"/>
              <a:gd name="connsiteY3" fmla="*/ 1184218 h 1392540"/>
              <a:gd name="connsiteX4" fmla="*/ 2895600 w 2895600"/>
              <a:gd name="connsiteY4" fmla="*/ 1392540 h 1392540"/>
              <a:gd name="connsiteX0" fmla="*/ 0 w 2895600"/>
              <a:gd name="connsiteY0" fmla="*/ 1392647 h 1392647"/>
              <a:gd name="connsiteX1" fmla="*/ 604747 w 2895600"/>
              <a:gd name="connsiteY1" fmla="*/ 1288602 h 1392647"/>
              <a:gd name="connsiteX2" fmla="*/ 1432628 w 2895600"/>
              <a:gd name="connsiteY2" fmla="*/ 313 h 1392647"/>
              <a:gd name="connsiteX3" fmla="*/ 1996511 w 2895600"/>
              <a:gd name="connsiteY3" fmla="*/ 1160675 h 1392647"/>
              <a:gd name="connsiteX4" fmla="*/ 2895600 w 2895600"/>
              <a:gd name="connsiteY4" fmla="*/ 1392647 h 1392647"/>
              <a:gd name="connsiteX0" fmla="*/ 0 w 2895600"/>
              <a:gd name="connsiteY0" fmla="*/ 1392641 h 1392641"/>
              <a:gd name="connsiteX1" fmla="*/ 604747 w 2895600"/>
              <a:gd name="connsiteY1" fmla="*/ 1288596 h 1392641"/>
              <a:gd name="connsiteX2" fmla="*/ 1432628 w 2895600"/>
              <a:gd name="connsiteY2" fmla="*/ 307 h 1392641"/>
              <a:gd name="connsiteX3" fmla="*/ 1996511 w 2895600"/>
              <a:gd name="connsiteY3" fmla="*/ 1160669 h 1392641"/>
              <a:gd name="connsiteX4" fmla="*/ 2895600 w 2895600"/>
              <a:gd name="connsiteY4" fmla="*/ 1392641 h 1392641"/>
              <a:gd name="connsiteX0" fmla="*/ 0 w 2895600"/>
              <a:gd name="connsiteY0" fmla="*/ 1392339 h 1392339"/>
              <a:gd name="connsiteX1" fmla="*/ 604747 w 2895600"/>
              <a:gd name="connsiteY1" fmla="*/ 1288294 h 1392339"/>
              <a:gd name="connsiteX2" fmla="*/ 1432628 w 2895600"/>
              <a:gd name="connsiteY2" fmla="*/ 5 h 1392339"/>
              <a:gd name="connsiteX3" fmla="*/ 1996511 w 2895600"/>
              <a:gd name="connsiteY3" fmla="*/ 1160367 h 1392339"/>
              <a:gd name="connsiteX4" fmla="*/ 2895600 w 2895600"/>
              <a:gd name="connsiteY4" fmla="*/ 1392339 h 1392339"/>
              <a:gd name="connsiteX0" fmla="*/ 0 w 2869406"/>
              <a:gd name="connsiteY0" fmla="*/ 1392339 h 1392339"/>
              <a:gd name="connsiteX1" fmla="*/ 604747 w 2869406"/>
              <a:gd name="connsiteY1" fmla="*/ 1288294 h 1392339"/>
              <a:gd name="connsiteX2" fmla="*/ 1432628 w 2869406"/>
              <a:gd name="connsiteY2" fmla="*/ 5 h 1392339"/>
              <a:gd name="connsiteX3" fmla="*/ 1996511 w 2869406"/>
              <a:gd name="connsiteY3" fmla="*/ 1160367 h 1392339"/>
              <a:gd name="connsiteX4" fmla="*/ 2869406 w 2869406"/>
              <a:gd name="connsiteY4" fmla="*/ 1373419 h 1392339"/>
              <a:gd name="connsiteX0" fmla="*/ 0 w 2869406"/>
              <a:gd name="connsiteY0" fmla="*/ 1392339 h 1392339"/>
              <a:gd name="connsiteX1" fmla="*/ 604747 w 2869406"/>
              <a:gd name="connsiteY1" fmla="*/ 1288294 h 1392339"/>
              <a:gd name="connsiteX2" fmla="*/ 1432628 w 2869406"/>
              <a:gd name="connsiteY2" fmla="*/ 5 h 1392339"/>
              <a:gd name="connsiteX3" fmla="*/ 1996511 w 2869406"/>
              <a:gd name="connsiteY3" fmla="*/ 1160367 h 1392339"/>
              <a:gd name="connsiteX4" fmla="*/ 2869406 w 2869406"/>
              <a:gd name="connsiteY4" fmla="*/ 1373419 h 1392339"/>
              <a:gd name="connsiteX0" fmla="*/ 0 w 2869406"/>
              <a:gd name="connsiteY0" fmla="*/ 1392339 h 1393618"/>
              <a:gd name="connsiteX1" fmla="*/ 604747 w 2869406"/>
              <a:gd name="connsiteY1" fmla="*/ 1288294 h 1393618"/>
              <a:gd name="connsiteX2" fmla="*/ 1432628 w 2869406"/>
              <a:gd name="connsiteY2" fmla="*/ 5 h 1393618"/>
              <a:gd name="connsiteX3" fmla="*/ 1996511 w 2869406"/>
              <a:gd name="connsiteY3" fmla="*/ 1160367 h 1393618"/>
              <a:gd name="connsiteX4" fmla="*/ 2869406 w 2869406"/>
              <a:gd name="connsiteY4" fmla="*/ 1373419 h 1393618"/>
              <a:gd name="connsiteX0" fmla="*/ 0 w 2869406"/>
              <a:gd name="connsiteY0" fmla="*/ 1392339 h 1392339"/>
              <a:gd name="connsiteX1" fmla="*/ 604747 w 2869406"/>
              <a:gd name="connsiteY1" fmla="*/ 1288294 h 1392339"/>
              <a:gd name="connsiteX2" fmla="*/ 1432628 w 2869406"/>
              <a:gd name="connsiteY2" fmla="*/ 5 h 1392339"/>
              <a:gd name="connsiteX3" fmla="*/ 1996511 w 2869406"/>
              <a:gd name="connsiteY3" fmla="*/ 1160367 h 1392339"/>
              <a:gd name="connsiteX4" fmla="*/ 2869406 w 2869406"/>
              <a:gd name="connsiteY4" fmla="*/ 1373419 h 1392339"/>
              <a:gd name="connsiteX0" fmla="*/ 0 w 2869406"/>
              <a:gd name="connsiteY0" fmla="*/ 1392339 h 1392339"/>
              <a:gd name="connsiteX1" fmla="*/ 604747 w 2869406"/>
              <a:gd name="connsiteY1" fmla="*/ 1288294 h 1392339"/>
              <a:gd name="connsiteX2" fmla="*/ 1432628 w 2869406"/>
              <a:gd name="connsiteY2" fmla="*/ 5 h 1392339"/>
              <a:gd name="connsiteX3" fmla="*/ 1996511 w 2869406"/>
              <a:gd name="connsiteY3" fmla="*/ 1160367 h 1392339"/>
              <a:gd name="connsiteX4" fmla="*/ 2869406 w 2869406"/>
              <a:gd name="connsiteY4" fmla="*/ 1373419 h 1392339"/>
              <a:gd name="connsiteX0" fmla="*/ 0 w 2869406"/>
              <a:gd name="connsiteY0" fmla="*/ 1392341 h 1392341"/>
              <a:gd name="connsiteX1" fmla="*/ 604747 w 2869406"/>
              <a:gd name="connsiteY1" fmla="*/ 1288296 h 1392341"/>
              <a:gd name="connsiteX2" fmla="*/ 1432628 w 2869406"/>
              <a:gd name="connsiteY2" fmla="*/ 7 h 1392341"/>
              <a:gd name="connsiteX3" fmla="*/ 1996511 w 2869406"/>
              <a:gd name="connsiteY3" fmla="*/ 1160369 h 1392341"/>
              <a:gd name="connsiteX4" fmla="*/ 2869406 w 2869406"/>
              <a:gd name="connsiteY4" fmla="*/ 1373421 h 1392341"/>
              <a:gd name="connsiteX0" fmla="*/ 0 w 2869406"/>
              <a:gd name="connsiteY0" fmla="*/ 1392689 h 1392689"/>
              <a:gd name="connsiteX1" fmla="*/ 730953 w 2869406"/>
              <a:gd name="connsiteY1" fmla="*/ 1298105 h 1392689"/>
              <a:gd name="connsiteX2" fmla="*/ 1432628 w 2869406"/>
              <a:gd name="connsiteY2" fmla="*/ 355 h 1392689"/>
              <a:gd name="connsiteX3" fmla="*/ 1996511 w 2869406"/>
              <a:gd name="connsiteY3" fmla="*/ 1160717 h 1392689"/>
              <a:gd name="connsiteX4" fmla="*/ 2869406 w 2869406"/>
              <a:gd name="connsiteY4" fmla="*/ 1373769 h 1392689"/>
              <a:gd name="connsiteX0" fmla="*/ 0 w 2869406"/>
              <a:gd name="connsiteY0" fmla="*/ 1392504 h 1392504"/>
              <a:gd name="connsiteX1" fmla="*/ 788103 w 2869406"/>
              <a:gd name="connsiteY1" fmla="*/ 1255348 h 1392504"/>
              <a:gd name="connsiteX2" fmla="*/ 1432628 w 2869406"/>
              <a:gd name="connsiteY2" fmla="*/ 170 h 1392504"/>
              <a:gd name="connsiteX3" fmla="*/ 1996511 w 2869406"/>
              <a:gd name="connsiteY3" fmla="*/ 1160532 h 1392504"/>
              <a:gd name="connsiteX4" fmla="*/ 2869406 w 2869406"/>
              <a:gd name="connsiteY4" fmla="*/ 1373584 h 1392504"/>
              <a:gd name="connsiteX0" fmla="*/ 0 w 2869406"/>
              <a:gd name="connsiteY0" fmla="*/ 1392504 h 1392504"/>
              <a:gd name="connsiteX1" fmla="*/ 788103 w 2869406"/>
              <a:gd name="connsiteY1" fmla="*/ 1255348 h 1392504"/>
              <a:gd name="connsiteX2" fmla="*/ 1432628 w 2869406"/>
              <a:gd name="connsiteY2" fmla="*/ 170 h 1392504"/>
              <a:gd name="connsiteX3" fmla="*/ 1996511 w 2869406"/>
              <a:gd name="connsiteY3" fmla="*/ 1160532 h 1392504"/>
              <a:gd name="connsiteX4" fmla="*/ 2869406 w 2869406"/>
              <a:gd name="connsiteY4" fmla="*/ 1373584 h 1392504"/>
              <a:gd name="connsiteX0" fmla="*/ 0 w 2874169"/>
              <a:gd name="connsiteY0" fmla="*/ 1368854 h 1386449"/>
              <a:gd name="connsiteX1" fmla="*/ 792866 w 2874169"/>
              <a:gd name="connsiteY1" fmla="*/ 1255348 h 1386449"/>
              <a:gd name="connsiteX2" fmla="*/ 1437391 w 2874169"/>
              <a:gd name="connsiteY2" fmla="*/ 170 h 1386449"/>
              <a:gd name="connsiteX3" fmla="*/ 2001274 w 2874169"/>
              <a:gd name="connsiteY3" fmla="*/ 1160532 h 1386449"/>
              <a:gd name="connsiteX4" fmla="*/ 2874169 w 2874169"/>
              <a:gd name="connsiteY4" fmla="*/ 1373584 h 1386449"/>
              <a:gd name="connsiteX0" fmla="*/ 0 w 2874169"/>
              <a:gd name="connsiteY0" fmla="*/ 1368854 h 1386451"/>
              <a:gd name="connsiteX1" fmla="*/ 792866 w 2874169"/>
              <a:gd name="connsiteY1" fmla="*/ 1255348 h 1386451"/>
              <a:gd name="connsiteX2" fmla="*/ 1437391 w 2874169"/>
              <a:gd name="connsiteY2" fmla="*/ 170 h 1386451"/>
              <a:gd name="connsiteX3" fmla="*/ 2001274 w 2874169"/>
              <a:gd name="connsiteY3" fmla="*/ 1160532 h 1386451"/>
              <a:gd name="connsiteX4" fmla="*/ 2874169 w 2874169"/>
              <a:gd name="connsiteY4" fmla="*/ 1373584 h 1386451"/>
              <a:gd name="connsiteX0" fmla="*/ 0 w 2874169"/>
              <a:gd name="connsiteY0" fmla="*/ 1368854 h 1386449"/>
              <a:gd name="connsiteX1" fmla="*/ 792866 w 2874169"/>
              <a:gd name="connsiteY1" fmla="*/ 1255348 h 1386449"/>
              <a:gd name="connsiteX2" fmla="*/ 1437391 w 2874169"/>
              <a:gd name="connsiteY2" fmla="*/ 170 h 1386449"/>
              <a:gd name="connsiteX3" fmla="*/ 2010799 w 2874169"/>
              <a:gd name="connsiteY3" fmla="*/ 1160531 h 1386449"/>
              <a:gd name="connsiteX4" fmla="*/ 2874169 w 2874169"/>
              <a:gd name="connsiteY4" fmla="*/ 1373584 h 1386449"/>
              <a:gd name="connsiteX0" fmla="*/ 0 w 2874169"/>
              <a:gd name="connsiteY0" fmla="*/ 1368856 h 1386453"/>
              <a:gd name="connsiteX1" fmla="*/ 792866 w 2874169"/>
              <a:gd name="connsiteY1" fmla="*/ 1255350 h 1386453"/>
              <a:gd name="connsiteX2" fmla="*/ 1437391 w 2874169"/>
              <a:gd name="connsiteY2" fmla="*/ 172 h 1386453"/>
              <a:gd name="connsiteX3" fmla="*/ 2010799 w 2874169"/>
              <a:gd name="connsiteY3" fmla="*/ 1160533 h 1386453"/>
              <a:gd name="connsiteX4" fmla="*/ 2874169 w 2874169"/>
              <a:gd name="connsiteY4" fmla="*/ 1373586 h 1386453"/>
              <a:gd name="connsiteX0" fmla="*/ 0 w 2874169"/>
              <a:gd name="connsiteY0" fmla="*/ 1368856 h 1386755"/>
              <a:gd name="connsiteX1" fmla="*/ 792866 w 2874169"/>
              <a:gd name="connsiteY1" fmla="*/ 1255350 h 1386755"/>
              <a:gd name="connsiteX2" fmla="*/ 1437391 w 2874169"/>
              <a:gd name="connsiteY2" fmla="*/ 172 h 1386755"/>
              <a:gd name="connsiteX3" fmla="*/ 2010799 w 2874169"/>
              <a:gd name="connsiteY3" fmla="*/ 1160533 h 1386755"/>
              <a:gd name="connsiteX4" fmla="*/ 2874169 w 2874169"/>
              <a:gd name="connsiteY4" fmla="*/ 1373586 h 1386755"/>
              <a:gd name="connsiteX0" fmla="*/ 0 w 2874169"/>
              <a:gd name="connsiteY0" fmla="*/ 1368767 h 1388946"/>
              <a:gd name="connsiteX1" fmla="*/ 792866 w 2874169"/>
              <a:gd name="connsiteY1" fmla="*/ 1255261 h 1388946"/>
              <a:gd name="connsiteX2" fmla="*/ 1437391 w 2874169"/>
              <a:gd name="connsiteY2" fmla="*/ 83 h 1388946"/>
              <a:gd name="connsiteX3" fmla="*/ 2022705 w 2874169"/>
              <a:gd name="connsiteY3" fmla="*/ 1188826 h 1388946"/>
              <a:gd name="connsiteX4" fmla="*/ 2874169 w 2874169"/>
              <a:gd name="connsiteY4" fmla="*/ 1373497 h 1388946"/>
              <a:gd name="connsiteX0" fmla="*/ 0 w 2874169"/>
              <a:gd name="connsiteY0" fmla="*/ 1368821 h 1387407"/>
              <a:gd name="connsiteX1" fmla="*/ 792866 w 2874169"/>
              <a:gd name="connsiteY1" fmla="*/ 1255315 h 1387407"/>
              <a:gd name="connsiteX2" fmla="*/ 1437391 w 2874169"/>
              <a:gd name="connsiteY2" fmla="*/ 137 h 1387407"/>
              <a:gd name="connsiteX3" fmla="*/ 2020324 w 2874169"/>
              <a:gd name="connsiteY3" fmla="*/ 1169959 h 1387407"/>
              <a:gd name="connsiteX4" fmla="*/ 2874169 w 2874169"/>
              <a:gd name="connsiteY4" fmla="*/ 1373551 h 1387407"/>
              <a:gd name="connsiteX0" fmla="*/ 0 w 2874169"/>
              <a:gd name="connsiteY0" fmla="*/ 1368779 h 1388529"/>
              <a:gd name="connsiteX1" fmla="*/ 792866 w 2874169"/>
              <a:gd name="connsiteY1" fmla="*/ 1255273 h 1388529"/>
              <a:gd name="connsiteX2" fmla="*/ 1437391 w 2874169"/>
              <a:gd name="connsiteY2" fmla="*/ 95 h 1388529"/>
              <a:gd name="connsiteX3" fmla="*/ 2020324 w 2874169"/>
              <a:gd name="connsiteY3" fmla="*/ 1184108 h 1388529"/>
              <a:gd name="connsiteX4" fmla="*/ 2874169 w 2874169"/>
              <a:gd name="connsiteY4" fmla="*/ 1373509 h 1388529"/>
              <a:gd name="connsiteX0" fmla="*/ 0 w 2874169"/>
              <a:gd name="connsiteY0" fmla="*/ 1368779 h 1388926"/>
              <a:gd name="connsiteX1" fmla="*/ 792866 w 2874169"/>
              <a:gd name="connsiteY1" fmla="*/ 1255273 h 1388926"/>
              <a:gd name="connsiteX2" fmla="*/ 1437391 w 2874169"/>
              <a:gd name="connsiteY2" fmla="*/ 95 h 1388926"/>
              <a:gd name="connsiteX3" fmla="*/ 2020324 w 2874169"/>
              <a:gd name="connsiteY3" fmla="*/ 1184108 h 1388926"/>
              <a:gd name="connsiteX4" fmla="*/ 2874169 w 2874169"/>
              <a:gd name="connsiteY4" fmla="*/ 1373509 h 1388926"/>
              <a:gd name="connsiteX0" fmla="*/ 0 w 2874169"/>
              <a:gd name="connsiteY0" fmla="*/ 1368777 h 1388926"/>
              <a:gd name="connsiteX1" fmla="*/ 792866 w 2874169"/>
              <a:gd name="connsiteY1" fmla="*/ 1255271 h 1388926"/>
              <a:gd name="connsiteX2" fmla="*/ 1437391 w 2874169"/>
              <a:gd name="connsiteY2" fmla="*/ 93 h 1388926"/>
              <a:gd name="connsiteX3" fmla="*/ 2020324 w 2874169"/>
              <a:gd name="connsiteY3" fmla="*/ 1184106 h 1388926"/>
              <a:gd name="connsiteX4" fmla="*/ 2874169 w 2874169"/>
              <a:gd name="connsiteY4" fmla="*/ 1373507 h 1388926"/>
              <a:gd name="connsiteX0" fmla="*/ 0 w 2874169"/>
              <a:gd name="connsiteY0" fmla="*/ 1368777 h 1388924"/>
              <a:gd name="connsiteX1" fmla="*/ 792866 w 2874169"/>
              <a:gd name="connsiteY1" fmla="*/ 1255271 h 1388924"/>
              <a:gd name="connsiteX2" fmla="*/ 1437391 w 2874169"/>
              <a:gd name="connsiteY2" fmla="*/ 93 h 1388924"/>
              <a:gd name="connsiteX3" fmla="*/ 2020324 w 2874169"/>
              <a:gd name="connsiteY3" fmla="*/ 1184106 h 1388924"/>
              <a:gd name="connsiteX4" fmla="*/ 2874169 w 2874169"/>
              <a:gd name="connsiteY4" fmla="*/ 1373507 h 1388924"/>
              <a:gd name="connsiteX0" fmla="*/ 0 w 2874169"/>
              <a:gd name="connsiteY0" fmla="*/ 1368690 h 1388839"/>
              <a:gd name="connsiteX1" fmla="*/ 792866 w 2874169"/>
              <a:gd name="connsiteY1" fmla="*/ 1255184 h 1388839"/>
              <a:gd name="connsiteX2" fmla="*/ 1437391 w 2874169"/>
              <a:gd name="connsiteY2" fmla="*/ 6 h 1388839"/>
              <a:gd name="connsiteX3" fmla="*/ 2020324 w 2874169"/>
              <a:gd name="connsiteY3" fmla="*/ 1184019 h 1388839"/>
              <a:gd name="connsiteX4" fmla="*/ 2874169 w 2874169"/>
              <a:gd name="connsiteY4" fmla="*/ 1373420 h 1388839"/>
              <a:gd name="connsiteX0" fmla="*/ 0 w 2874169"/>
              <a:gd name="connsiteY0" fmla="*/ 1368688 h 1388835"/>
              <a:gd name="connsiteX1" fmla="*/ 792866 w 2874169"/>
              <a:gd name="connsiteY1" fmla="*/ 1255182 h 1388835"/>
              <a:gd name="connsiteX2" fmla="*/ 1437391 w 2874169"/>
              <a:gd name="connsiteY2" fmla="*/ 4 h 1388835"/>
              <a:gd name="connsiteX3" fmla="*/ 2020324 w 2874169"/>
              <a:gd name="connsiteY3" fmla="*/ 1184017 h 1388835"/>
              <a:gd name="connsiteX4" fmla="*/ 2874169 w 2874169"/>
              <a:gd name="connsiteY4" fmla="*/ 1373418 h 1388835"/>
              <a:gd name="connsiteX0" fmla="*/ 0 w 2874169"/>
              <a:gd name="connsiteY0" fmla="*/ 1368688 h 1388837"/>
              <a:gd name="connsiteX1" fmla="*/ 792866 w 2874169"/>
              <a:gd name="connsiteY1" fmla="*/ 1255182 h 1388837"/>
              <a:gd name="connsiteX2" fmla="*/ 1437391 w 2874169"/>
              <a:gd name="connsiteY2" fmla="*/ 4 h 1388837"/>
              <a:gd name="connsiteX3" fmla="*/ 2020324 w 2874169"/>
              <a:gd name="connsiteY3" fmla="*/ 1184017 h 1388837"/>
              <a:gd name="connsiteX4" fmla="*/ 2874169 w 2874169"/>
              <a:gd name="connsiteY4" fmla="*/ 1373418 h 1388837"/>
              <a:gd name="connsiteX0" fmla="*/ 0 w 2874169"/>
              <a:gd name="connsiteY0" fmla="*/ 1368688 h 1391280"/>
              <a:gd name="connsiteX1" fmla="*/ 792866 w 2874169"/>
              <a:gd name="connsiteY1" fmla="*/ 1255182 h 1391280"/>
              <a:gd name="connsiteX2" fmla="*/ 1437391 w 2874169"/>
              <a:gd name="connsiteY2" fmla="*/ 4 h 1391280"/>
              <a:gd name="connsiteX3" fmla="*/ 2020324 w 2874169"/>
              <a:gd name="connsiteY3" fmla="*/ 1184017 h 1391280"/>
              <a:gd name="connsiteX4" fmla="*/ 2874169 w 2874169"/>
              <a:gd name="connsiteY4" fmla="*/ 1373418 h 1391280"/>
              <a:gd name="connsiteX0" fmla="*/ 0 w 2874169"/>
              <a:gd name="connsiteY0" fmla="*/ 1368688 h 1391280"/>
              <a:gd name="connsiteX1" fmla="*/ 792866 w 2874169"/>
              <a:gd name="connsiteY1" fmla="*/ 1255182 h 1391280"/>
              <a:gd name="connsiteX2" fmla="*/ 1437391 w 2874169"/>
              <a:gd name="connsiteY2" fmla="*/ 4 h 1391280"/>
              <a:gd name="connsiteX3" fmla="*/ 2020324 w 2874169"/>
              <a:gd name="connsiteY3" fmla="*/ 1184017 h 1391280"/>
              <a:gd name="connsiteX4" fmla="*/ 2874169 w 2874169"/>
              <a:gd name="connsiteY4" fmla="*/ 1373418 h 1391280"/>
              <a:gd name="connsiteX0" fmla="*/ 0 w 2874169"/>
              <a:gd name="connsiteY0" fmla="*/ 1368688 h 1391280"/>
              <a:gd name="connsiteX1" fmla="*/ 792866 w 2874169"/>
              <a:gd name="connsiteY1" fmla="*/ 1255182 h 1391280"/>
              <a:gd name="connsiteX2" fmla="*/ 1437391 w 2874169"/>
              <a:gd name="connsiteY2" fmla="*/ 4 h 1391280"/>
              <a:gd name="connsiteX3" fmla="*/ 2020324 w 2874169"/>
              <a:gd name="connsiteY3" fmla="*/ 1184017 h 1391280"/>
              <a:gd name="connsiteX4" fmla="*/ 2874169 w 2874169"/>
              <a:gd name="connsiteY4" fmla="*/ 1373418 h 1391280"/>
              <a:gd name="connsiteX0" fmla="*/ 0 w 2874169"/>
              <a:gd name="connsiteY0" fmla="*/ 1368688 h 1391280"/>
              <a:gd name="connsiteX1" fmla="*/ 792866 w 2874169"/>
              <a:gd name="connsiteY1" fmla="*/ 1255182 h 1391280"/>
              <a:gd name="connsiteX2" fmla="*/ 1437391 w 2874169"/>
              <a:gd name="connsiteY2" fmla="*/ 4 h 1391280"/>
              <a:gd name="connsiteX3" fmla="*/ 2020324 w 2874169"/>
              <a:gd name="connsiteY3" fmla="*/ 1184017 h 1391280"/>
              <a:gd name="connsiteX4" fmla="*/ 2874169 w 2874169"/>
              <a:gd name="connsiteY4" fmla="*/ 1373418 h 139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74169" h="1391280">
                <a:moveTo>
                  <a:pt x="0" y="1368688"/>
                </a:moveTo>
                <a:cubicBezTo>
                  <a:pt x="375413" y="1376578"/>
                  <a:pt x="647249" y="1410103"/>
                  <a:pt x="792866" y="1255182"/>
                </a:cubicBezTo>
                <a:cubicBezTo>
                  <a:pt x="1016320" y="1006515"/>
                  <a:pt x="1232484" y="-2303"/>
                  <a:pt x="1437391" y="4"/>
                </a:cubicBezTo>
                <a:cubicBezTo>
                  <a:pt x="1644348" y="2334"/>
                  <a:pt x="1834422" y="995751"/>
                  <a:pt x="2020324" y="1184017"/>
                </a:cubicBezTo>
                <a:cubicBezTo>
                  <a:pt x="2174887" y="1349540"/>
                  <a:pt x="2433344" y="1429634"/>
                  <a:pt x="2874169" y="1373418"/>
                </a:cubicBezTo>
              </a:path>
            </a:pathLst>
          </a:custGeom>
          <a:noFill/>
          <a:ln cap="rnd">
            <a:solidFill>
              <a:srgbClr val="392D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FDEEBC43-8347-8C80-59A2-9223EB88794D}"/>
              </a:ext>
            </a:extLst>
          </p:cNvPr>
          <p:cNvCxnSpPr>
            <a:cxnSpLocks/>
          </p:cNvCxnSpPr>
          <p:nvPr/>
        </p:nvCxnSpPr>
        <p:spPr>
          <a:xfrm>
            <a:off x="4159504" y="2610249"/>
            <a:ext cx="0" cy="3291243"/>
          </a:xfrm>
          <a:prstGeom prst="line">
            <a:avLst/>
          </a:prstGeom>
          <a:ln cap="rnd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5FE0F8A-7A1E-508B-399C-AB893E9972E8}"/>
              </a:ext>
            </a:extLst>
          </p:cNvPr>
          <p:cNvSpPr txBox="1"/>
          <p:nvPr/>
        </p:nvSpPr>
        <p:spPr>
          <a:xfrm>
            <a:off x="2994564" y="1859798"/>
            <a:ext cx="232987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</a:rPr>
              <a:t>média=100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5A8B755-CF53-D9B9-F4A6-79C6E387D349}"/>
              </a:ext>
            </a:extLst>
          </p:cNvPr>
          <p:cNvSpPr txBox="1"/>
          <p:nvPr/>
        </p:nvSpPr>
        <p:spPr>
          <a:xfrm>
            <a:off x="3002414" y="2215288"/>
            <a:ext cx="232987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</a:rPr>
              <a:t>sigma=20</a:t>
            </a:r>
          </a:p>
        </p:txBody>
      </p:sp>
      <p:cxnSp>
        <p:nvCxnSpPr>
          <p:cNvPr id="32" name="Conector: Angulado 28">
            <a:extLst>
              <a:ext uri="{FF2B5EF4-FFF2-40B4-BE49-F238E27FC236}">
                <a16:creationId xmlns:a16="http://schemas.microsoft.com/office/drawing/2014/main" id="{4F06B81D-3132-D277-888B-39DC933D0D99}"/>
              </a:ext>
            </a:extLst>
          </p:cNvPr>
          <p:cNvCxnSpPr>
            <a:cxnSpLocks/>
            <a:stCxn id="34" idx="1"/>
            <a:endCxn id="35" idx="0"/>
          </p:cNvCxnSpPr>
          <p:nvPr/>
        </p:nvCxnSpPr>
        <p:spPr>
          <a:xfrm rot="10800000" flipV="1">
            <a:off x="5258614" y="2946415"/>
            <a:ext cx="2186028" cy="2049200"/>
          </a:xfrm>
          <a:prstGeom prst="bentConnector2">
            <a:avLst/>
          </a:prstGeom>
          <a:ln w="22225" cap="rnd">
            <a:solidFill>
              <a:srgbClr val="C00000"/>
            </a:solidFill>
            <a:prstDash val="sys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bject 2">
            <a:extLst>
              <a:ext uri="{FF2B5EF4-FFF2-40B4-BE49-F238E27FC236}">
                <a16:creationId xmlns:a16="http://schemas.microsoft.com/office/drawing/2014/main" id="{0DE7DDA3-5D09-4743-1B93-74BDD6EA35CF}"/>
              </a:ext>
            </a:extLst>
          </p:cNvPr>
          <p:cNvSpPr/>
          <p:nvPr/>
        </p:nvSpPr>
        <p:spPr>
          <a:xfrm>
            <a:off x="7444642" y="2818647"/>
            <a:ext cx="4608096" cy="2555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buSzPct val="100000"/>
            </a:pPr>
            <a:r>
              <a:rPr lang="pt-BR" sz="1600" kern="0" spc="49" dirty="0">
                <a:solidFill>
                  <a:srgbClr val="000000">
                    <a:alpha val="80000"/>
                  </a:srgbClr>
                </a:solidFill>
                <a:latin typeface="Dreaming Outloud Pro" panose="03050502040302030504" pitchFamily="66" charset="0"/>
                <a:ea typeface="Source Sans Pro" pitchFamily="34" charset="-122"/>
                <a:cs typeface="Dreaming Outloud Pro" panose="03050502040302030504" pitchFamily="66" charset="0"/>
              </a:rPr>
              <a:t>Número de cenários com lucro maior que a média</a:t>
            </a:r>
            <a:endParaRPr lang="pt-BR" sz="1600" kern="0" spc="49" noProof="0" dirty="0">
              <a:solidFill>
                <a:srgbClr val="000000">
                  <a:alpha val="80000"/>
                </a:srgbClr>
              </a:solidFill>
              <a:latin typeface="Dreaming Outloud Pro" panose="03050502040302030504" pitchFamily="66" charset="0"/>
              <a:ea typeface="Source Sans Pro" pitchFamily="34" charset="-122"/>
              <a:cs typeface="Dreaming Outloud Pro" panose="03050502040302030504" pitchFamily="66" charset="0"/>
            </a:endParaRPr>
          </a:p>
        </p:txBody>
      </p: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3FA98C26-7C55-FC13-5053-6E56E6292585}"/>
              </a:ext>
            </a:extLst>
          </p:cNvPr>
          <p:cNvCxnSpPr>
            <a:cxnSpLocks/>
          </p:cNvCxnSpPr>
          <p:nvPr/>
        </p:nvCxnSpPr>
        <p:spPr>
          <a:xfrm>
            <a:off x="7386851" y="3216810"/>
            <a:ext cx="4665887" cy="0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bject 2">
            <a:extLst>
              <a:ext uri="{FF2B5EF4-FFF2-40B4-BE49-F238E27FC236}">
                <a16:creationId xmlns:a16="http://schemas.microsoft.com/office/drawing/2014/main" id="{E88B8A69-6D07-12A9-941E-77244C244000}"/>
              </a:ext>
            </a:extLst>
          </p:cNvPr>
          <p:cNvSpPr/>
          <p:nvPr/>
        </p:nvSpPr>
        <p:spPr>
          <a:xfrm>
            <a:off x="7444642" y="3359439"/>
            <a:ext cx="4608096" cy="2555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buSzPct val="100000"/>
            </a:pPr>
            <a:r>
              <a:rPr lang="pt-BR" sz="1600" kern="0" spc="49" dirty="0">
                <a:solidFill>
                  <a:srgbClr val="000000">
                    <a:alpha val="80000"/>
                  </a:srgbClr>
                </a:solidFill>
                <a:latin typeface="Dreaming Outloud Pro" panose="03050502040302030504" pitchFamily="66" charset="0"/>
                <a:ea typeface="Source Sans Pro" pitchFamily="34" charset="-122"/>
                <a:cs typeface="Dreaming Outloud Pro" panose="03050502040302030504" pitchFamily="66" charset="0"/>
              </a:rPr>
              <a:t>Número total de cenários simulados</a:t>
            </a:r>
            <a:endParaRPr lang="pt-BR" sz="1600" kern="0" spc="49" noProof="0" dirty="0">
              <a:solidFill>
                <a:srgbClr val="000000">
                  <a:alpha val="80000"/>
                </a:srgbClr>
              </a:solidFill>
              <a:latin typeface="Dreaming Outloud Pro" panose="03050502040302030504" pitchFamily="66" charset="0"/>
              <a:ea typeface="Source Sans Pro" pitchFamily="34" charset="-122"/>
              <a:cs typeface="Dreaming Outloud Pro" panose="030505020403020305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7020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E23F5-E860-5306-83B2-0B5D6A320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46485CAB-8AA6-F7CE-85C8-1CEC60AD4FC3}"/>
              </a:ext>
            </a:extLst>
          </p:cNvPr>
          <p:cNvSpPr/>
          <p:nvPr/>
        </p:nvSpPr>
        <p:spPr>
          <a:xfrm>
            <a:off x="0" y="479107"/>
            <a:ext cx="12188952" cy="5415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266"/>
              </a:lnSpc>
              <a:spcBef>
                <a:spcPts val="23"/>
              </a:spcBef>
              <a:buNone/>
            </a:pPr>
            <a:r>
              <a:rPr lang="pt-BR" sz="4690" b="1" kern="0" spc="47" noProof="0" dirty="0">
                <a:solidFill>
                  <a:srgbClr val="392D65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Simulação de monte </a:t>
            </a:r>
            <a:r>
              <a:rPr lang="pt-BR" sz="4690" b="1" kern="0" spc="47" noProof="0" dirty="0" err="1">
                <a:solidFill>
                  <a:srgbClr val="392D65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carlo</a:t>
            </a:r>
            <a:endParaRPr lang="pt-BR" sz="4690" noProof="0" dirty="0"/>
          </a:p>
        </p:txBody>
      </p:sp>
      <p:sp>
        <p:nvSpPr>
          <p:cNvPr id="25" name="Object 2">
            <a:extLst>
              <a:ext uri="{FF2B5EF4-FFF2-40B4-BE49-F238E27FC236}">
                <a16:creationId xmlns:a16="http://schemas.microsoft.com/office/drawing/2014/main" id="{05EFB7E5-CC80-0A0F-DC81-AE7DCCBBB7C8}"/>
              </a:ext>
            </a:extLst>
          </p:cNvPr>
          <p:cNvSpPr/>
          <p:nvPr/>
        </p:nvSpPr>
        <p:spPr>
          <a:xfrm>
            <a:off x="1378689" y="2129831"/>
            <a:ext cx="9434622" cy="32715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3500"/>
              </a:lnSpc>
              <a:spcBef>
                <a:spcPts val="600"/>
              </a:spcBef>
              <a:buClr>
                <a:srgbClr val="392D65"/>
              </a:buClr>
              <a:buSzPct val="120000"/>
              <a:buFont typeface="Wingdings" panose="05000000000000000000" pitchFamily="2" charset="2"/>
              <a:buChar char="§"/>
            </a:pPr>
            <a:r>
              <a:rPr lang="pt-BR" sz="2000" kern="0" spc="49" noProof="0" dirty="0"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As simulações de Monte Carlo são métodos computacionais que utilizam amostragens aleatórias repetidas para estimar resultados numéricos ou analisar incertezas em modelos complexos.</a:t>
            </a:r>
          </a:p>
          <a:p>
            <a:pPr marL="285750" indent="-285750" algn="l">
              <a:lnSpc>
                <a:spcPts val="3500"/>
              </a:lnSpc>
              <a:spcBef>
                <a:spcPts val="600"/>
              </a:spcBef>
              <a:buClr>
                <a:srgbClr val="392D65"/>
              </a:buClr>
              <a:buSzPct val="120000"/>
              <a:buFont typeface="Wingdings" panose="05000000000000000000" pitchFamily="2" charset="2"/>
              <a:buChar char="§"/>
            </a:pPr>
            <a:endParaRPr lang="pt-BR" sz="2000" kern="0" spc="49" dirty="0">
              <a:latin typeface="Source Sans Pro" pitchFamily="34" charset="0"/>
              <a:ea typeface="Source Sans Pro" pitchFamily="34" charset="-122"/>
              <a:cs typeface="Source Sans Pro" pitchFamily="34" charset="-120"/>
            </a:endParaRPr>
          </a:p>
          <a:p>
            <a:pPr marL="285750" indent="-285750" algn="l">
              <a:lnSpc>
                <a:spcPts val="3500"/>
              </a:lnSpc>
              <a:spcBef>
                <a:spcPts val="600"/>
              </a:spcBef>
              <a:buClr>
                <a:srgbClr val="392D65"/>
              </a:buClr>
              <a:buSzPct val="120000"/>
              <a:buFont typeface="Wingdings" panose="05000000000000000000" pitchFamily="2" charset="2"/>
              <a:buChar char="§"/>
            </a:pPr>
            <a:r>
              <a:rPr lang="pt-BR" sz="2000" kern="0" spc="49" noProof="0" dirty="0"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Elas são especialmente úteis para resolver problemas estatísticos, financeiros ou físicos onde soluções exatas são difíceis ou impossíveis de obter.</a:t>
            </a:r>
          </a:p>
        </p:txBody>
      </p:sp>
    </p:spTree>
    <p:extLst>
      <p:ext uri="{BB962C8B-B14F-4D97-AF65-F5344CB8AC3E}">
        <p14:creationId xmlns:p14="http://schemas.microsoft.com/office/powerpoint/2010/main" val="2058841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DAD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818FAC-2B98-B648-BDE5-7E295DD67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69729F13-CBEC-0B82-2F95-CE01FBA5C1F1}"/>
              </a:ext>
            </a:extLst>
          </p:cNvPr>
          <p:cNvSpPr/>
          <p:nvPr/>
        </p:nvSpPr>
        <p:spPr>
          <a:xfrm>
            <a:off x="502115" y="2414626"/>
            <a:ext cx="11187770" cy="9140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7383"/>
              </a:lnSpc>
              <a:buNone/>
            </a:pPr>
            <a:r>
              <a:rPr lang="pt-BR" sz="6000" kern="0" spc="71" noProof="0" dirty="0">
                <a:solidFill>
                  <a:srgbClr val="392D65"/>
                </a:solidFill>
                <a:latin typeface="Bebas Neue" pitchFamily="34" charset="0"/>
              </a:rPr>
              <a:t>Hands</a:t>
            </a:r>
            <a:r>
              <a:rPr lang="pt-BR" sz="6000" b="1" kern="0" spc="71" noProof="0" dirty="0">
                <a:solidFill>
                  <a:srgbClr val="392D65"/>
                </a:solidFill>
                <a:latin typeface="Bebas Neue" pitchFamily="34" charset="0"/>
              </a:rPr>
              <a:t> ON</a:t>
            </a:r>
            <a:endParaRPr lang="pt-BR" sz="1400" b="1" noProof="0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EC97F50-BCA5-83EC-7B29-9A2D58405C7D}"/>
              </a:ext>
            </a:extLst>
          </p:cNvPr>
          <p:cNvSpPr/>
          <p:nvPr/>
        </p:nvSpPr>
        <p:spPr>
          <a:xfrm>
            <a:off x="0" y="6156960"/>
            <a:ext cx="12192000" cy="701040"/>
          </a:xfrm>
          <a:prstGeom prst="rect">
            <a:avLst/>
          </a:prstGeom>
          <a:solidFill>
            <a:srgbClr val="392D65"/>
          </a:solidFill>
          <a:ln>
            <a:solidFill>
              <a:srgbClr val="392D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noProof="0" dirty="0">
                <a:solidFill>
                  <a:srgbClr val="A8DADC"/>
                </a:solidFill>
                <a:latin typeface="Roboto" panose="02000000000000000000" pitchFamily="2" charset="0"/>
                <a:ea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https://colab.research.google.com/drive/1oY0YMZDhFeLnAw_2CivpGyYD0rgDDpgA?usp=sharing</a:t>
            </a:r>
            <a:endParaRPr lang="pt-BR" sz="1600" noProof="0" dirty="0">
              <a:solidFill>
                <a:srgbClr val="A8DADC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29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8475" cy="6865808"/>
          </a:xfrm>
          <a:prstGeom prst="rect">
            <a:avLst/>
          </a:prstGeom>
          <a:solidFill>
            <a:srgbClr val="FE4F4F"/>
          </a:solidFill>
        </p:spPr>
        <p:txBody>
          <a:bodyPr/>
          <a:lstStyle/>
          <a:p>
            <a:endParaRPr lang="pt-BR" noProof="0" dirty="0"/>
          </a:p>
        </p:txBody>
      </p:sp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3"/>
          <a:srcRect t="11" b="11"/>
          <a:stretch/>
        </p:blipFill>
        <p:spPr>
          <a:xfrm>
            <a:off x="0" y="0"/>
            <a:ext cx="12198475" cy="686580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392D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4780355" y="3055868"/>
            <a:ext cx="2409223" cy="9373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>
              <a:lnSpc>
                <a:spcPts val="7383"/>
              </a:lnSpc>
              <a:buNone/>
            </a:pPr>
            <a:r>
              <a:rPr lang="pt-BR" sz="7031" b="1" kern="0" spc="71" noProof="0" dirty="0">
                <a:solidFill>
                  <a:srgbClr val="FFFFFF">
                    <a:alpha val="90000"/>
                  </a:srgbClr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BACKUP</a:t>
            </a:r>
            <a:endParaRPr lang="pt-BR" noProof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DAD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B03BF0-9FE8-142A-E533-3B6BD60A7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5AF4A5B7-729C-646D-34DE-13B120076A49}"/>
              </a:ext>
            </a:extLst>
          </p:cNvPr>
          <p:cNvSpPr/>
          <p:nvPr/>
        </p:nvSpPr>
        <p:spPr>
          <a:xfrm>
            <a:off x="3454401" y="2453550"/>
            <a:ext cx="7874000" cy="1950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>
              <a:lnSpc>
                <a:spcPts val="7383"/>
              </a:lnSpc>
              <a:buNone/>
            </a:pPr>
            <a:r>
              <a:rPr lang="pt-BR" sz="5400" kern="0" spc="71" noProof="0" dirty="0">
                <a:solidFill>
                  <a:srgbClr val="392D65"/>
                </a:solidFill>
                <a:latin typeface="Bebas Neue" pitchFamily="34" charset="0"/>
              </a:rPr>
              <a:t>O problema da visão ingênua é que ela não quantifica os </a:t>
            </a:r>
            <a:r>
              <a:rPr lang="pt-BR" sz="5400" b="1" kern="0" spc="71" noProof="0" dirty="0">
                <a:solidFill>
                  <a:srgbClr val="392D65"/>
                </a:solidFill>
                <a:latin typeface="Bebas Neue" pitchFamily="34" charset="0"/>
              </a:rPr>
              <a:t>riscos</a:t>
            </a:r>
            <a:r>
              <a:rPr lang="pt-BR" sz="5400" kern="0" spc="71" noProof="0" dirty="0">
                <a:solidFill>
                  <a:srgbClr val="392D65"/>
                </a:solidFill>
                <a:latin typeface="Bebas Neue" pitchFamily="34" charset="0"/>
              </a:rPr>
              <a:t>!</a:t>
            </a:r>
            <a:endParaRPr lang="pt-BR" sz="1200" noProof="0" dirty="0"/>
          </a:p>
        </p:txBody>
      </p:sp>
    </p:spTree>
    <p:extLst>
      <p:ext uri="{BB962C8B-B14F-4D97-AF65-F5344CB8AC3E}">
        <p14:creationId xmlns:p14="http://schemas.microsoft.com/office/powerpoint/2010/main" val="29364047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2D6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1A2BF9-8D17-8FD2-9035-531FD701A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CE449BCB-D8DE-2AA5-84DC-B43785751B6F}"/>
              </a:ext>
            </a:extLst>
          </p:cNvPr>
          <p:cNvSpPr/>
          <p:nvPr/>
        </p:nvSpPr>
        <p:spPr>
          <a:xfrm>
            <a:off x="615820" y="2118343"/>
            <a:ext cx="5040701" cy="2621314"/>
          </a:xfrm>
          <a:prstGeom prst="rect">
            <a:avLst/>
          </a:prstGeom>
          <a:solidFill>
            <a:srgbClr val="392D64"/>
          </a:solidFill>
          <a:ln>
            <a:solidFill>
              <a:srgbClr val="392D64"/>
            </a:solidFill>
          </a:ln>
        </p:spPr>
        <p:txBody>
          <a:bodyPr wrap="square" lIns="0" tIns="0" rIns="0" bIns="0" rtlCol="0" anchor="t"/>
          <a:lstStyle/>
          <a:p>
            <a:pPr>
              <a:lnSpc>
                <a:spcPts val="7000"/>
              </a:lnSpc>
              <a:buSzPct val="100000"/>
            </a:pPr>
            <a:r>
              <a:rPr lang="pt-BR" sz="5400" kern="0" spc="49" noProof="0" dirty="0">
                <a:ln w="0">
                  <a:noFill/>
                </a:ln>
                <a:solidFill>
                  <a:schemeClr val="bg1">
                    <a:alpha val="50000"/>
                  </a:schemeClr>
                </a:solidFill>
                <a:latin typeface="Bebas Neue" panose="020B0606020202050201" pitchFamily="34" charset="77"/>
                <a:ea typeface="Source Sans Pro" panose="020B0503030403020204" pitchFamily="34" charset="0"/>
                <a:cs typeface="Times New Roman" panose="02020603050405020304" pitchFamily="18" charset="0"/>
              </a:rPr>
              <a:t>Como a </a:t>
            </a:r>
            <a:r>
              <a:rPr lang="pt-BR" sz="5400" b="1" kern="0" spc="49" noProof="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Bebas Neue" panose="020B0606020202050201" pitchFamily="34" charset="77"/>
                <a:ea typeface="Source Sans Pro" panose="020B0503030403020204" pitchFamily="34" charset="0"/>
                <a:cs typeface="Times New Roman" panose="02020603050405020304" pitchFamily="18" charset="0"/>
              </a:rPr>
              <a:t>simulação de </a:t>
            </a:r>
            <a:r>
              <a:rPr lang="pt-BR" sz="5400" b="1" kern="0" spc="49" noProof="0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Bebas Neue" panose="020B0606020202050201" pitchFamily="34" charset="77"/>
                <a:ea typeface="Source Sans Pro" panose="020B0503030403020204" pitchFamily="34" charset="0"/>
                <a:cs typeface="Times New Roman" panose="02020603050405020304" pitchFamily="18" charset="0"/>
              </a:rPr>
              <a:t>montecarlo</a:t>
            </a:r>
            <a:r>
              <a:rPr lang="pt-BR" sz="5400" kern="0" spc="49" noProof="0" dirty="0">
                <a:ln w="0">
                  <a:noFill/>
                </a:ln>
                <a:solidFill>
                  <a:schemeClr val="bg1">
                    <a:alpha val="50000"/>
                  </a:schemeClr>
                </a:solidFill>
                <a:latin typeface="Bebas Neue" panose="020B0606020202050201" pitchFamily="34" charset="77"/>
                <a:ea typeface="Source Sans Pro" panose="020B0503030403020204" pitchFamily="34" charset="0"/>
                <a:cs typeface="Times New Roman" panose="02020603050405020304" pitchFamily="18" charset="0"/>
              </a:rPr>
              <a:t> poderia ser mais útil?</a:t>
            </a:r>
          </a:p>
        </p:txBody>
      </p:sp>
    </p:spTree>
    <p:extLst>
      <p:ext uri="{BB962C8B-B14F-4D97-AF65-F5344CB8AC3E}">
        <p14:creationId xmlns:p14="http://schemas.microsoft.com/office/powerpoint/2010/main" val="613315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8474</TotalTime>
  <Words>626</Words>
  <Application>Microsoft Macintosh PowerPoint</Application>
  <PresentationFormat>Widescreen</PresentationFormat>
  <Paragraphs>143</Paragraphs>
  <Slides>20</Slides>
  <Notes>20</Notes>
  <HiddenSlides>0</HiddenSlides>
  <MMClips>1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7" baseType="lpstr">
      <vt:lpstr>Bebas Neue</vt:lpstr>
      <vt:lpstr>Wingdings</vt:lpstr>
      <vt:lpstr>Roboto</vt:lpstr>
      <vt:lpstr>Source Sans Pro</vt:lpstr>
      <vt:lpstr>Arial</vt:lpstr>
      <vt:lpstr>Dreaming Outloud Pro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Beautiful.ai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ITL-SI11-2024-e03</dc:title>
  <dc:subject>ITL-SI11-2024-e03</dc:subject>
  <dc:creator>Jefferson Silva</dc:creator>
  <cp:lastModifiedBy>Jefferson DE OLIVEIRA SILVA</cp:lastModifiedBy>
  <cp:revision>166</cp:revision>
  <cp:lastPrinted>2025-05-09T09:28:43Z</cp:lastPrinted>
  <dcterms:created xsi:type="dcterms:W3CDTF">2024-08-26T21:47:59Z</dcterms:created>
  <dcterms:modified xsi:type="dcterms:W3CDTF">2026-05-22T13:09:08Z</dcterms:modified>
</cp:coreProperties>
</file>