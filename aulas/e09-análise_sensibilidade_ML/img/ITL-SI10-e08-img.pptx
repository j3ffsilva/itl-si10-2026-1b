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5" r:id="rId2"/>
    <p:sldId id="266" r:id="rId3"/>
    <p:sldId id="267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97" autoAdjust="0"/>
    <p:restoredTop sz="94660"/>
  </p:normalViewPr>
  <p:slideViewPr>
    <p:cSldViewPr snapToGrid="0">
      <p:cViewPr>
        <p:scale>
          <a:sx n="125" d="100"/>
          <a:sy n="125" d="100"/>
        </p:scale>
        <p:origin x="-570" y="-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0F707A-C844-4F83-B0CC-DEBE0DA30774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081561-D016-46C9-9166-C5C108C7B6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947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5B0BC-6C99-1FF9-2D63-E6A1DF361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F39590-3D56-B7E5-BEB9-07320A0D5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BFF08D-E128-2C46-019E-3DD637A7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030D-48E6-4D5A-A586-3B082B1B96F3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F8E5A0-0BAD-7392-9D26-714DB47A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EF47AC-9DDF-C4AD-66FA-3CFA3277A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0E841-982B-4351-B4EF-6D0B18BAC5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473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8904E-2FEA-228F-DD91-6DB07C3CB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45E547-806D-3BCD-8950-B8D1206AD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6E183D-98B9-7B17-D3B7-321BBE4BC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030D-48E6-4D5A-A586-3B082B1B96F3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DA3D5D-CCDF-4BB6-471A-7C8D3F7FB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23CE36-3E61-85FB-E34F-4D1ADA204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0E841-982B-4351-B4EF-6D0B18BAC5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382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E85C3-AD15-95C0-628F-2403CC9FE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97497A-B382-CB35-DB63-B98C14E2A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A87E4C-84A6-DD70-234F-A319F67F2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030D-48E6-4D5A-A586-3B082B1B96F3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C90F79-B773-D125-6A45-141137A59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D93DE4-1DE0-11F3-5A7C-989A7564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0E841-982B-4351-B4EF-6D0B18BAC5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4108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432C2-1D29-FCEC-4647-5B2C5BBA0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0A677E-5CD0-B029-6340-0A33A92D0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9F2529-6FDB-77E7-CD94-3519D8E1C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3B1BBC-17D8-0638-40D2-CB58A4FEF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030D-48E6-4D5A-A586-3B082B1B96F3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70A30E-C153-3B77-B5B5-445AD6F90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676D4F-4450-91FD-A043-B4FE7123E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0E841-982B-4351-B4EF-6D0B18BAC5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755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0C703-657D-1F66-54EA-6FD85B167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7A0382-ECC3-DDAB-26DE-3F5FB0A44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0C70ED2-1ADF-6A33-DA9A-9AE9672D6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031E284-4E1F-3424-DB59-7F3DE62FE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0CAF332-3C12-4772-DA62-E1B915CA43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E7FE786-0FF8-0D2B-C2BC-699D50482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030D-48E6-4D5A-A586-3B082B1B96F3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F866B47-3CEE-200C-A752-3D184EC5B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444C759-09EE-3B12-4E0A-CFA49ECCD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0E841-982B-4351-B4EF-6D0B18BAC5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620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54C5D-356C-CFF6-B787-5A955C190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72D5BA1-44FD-FF68-6383-6F7E802EE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030D-48E6-4D5A-A586-3B082B1B96F3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88D5A8D-5621-74DB-3475-2F5E0AA6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D828932-85CD-75E1-CE84-481AD20B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0E841-982B-4351-B4EF-6D0B18BAC5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345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D566FA9-5991-E751-793F-EF24A26B5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030D-48E6-4D5A-A586-3B082B1B96F3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A71F5A3-57E8-07AB-3CD7-F91C3FA76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FE4FDB-44B6-88F0-994C-7058D8C7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0E841-982B-4351-B4EF-6D0B18BAC5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535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B710A6-6FAB-1B74-3409-13B470EB0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31FF80-A43B-DDCC-198D-51AABBF3B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8A97D62-6549-7277-ED7F-68E06BFF6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BEFDB4-715E-EB9A-BABA-C277B58C0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030D-48E6-4D5A-A586-3B082B1B96F3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3E06EC-9277-3BBD-C1E4-8C84941D5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2F52C0-66F2-6ED1-5A49-482DD96AD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0E841-982B-4351-B4EF-6D0B18BAC5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7694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2CA99-FDA8-769A-176E-5FFD07B9F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126C06A-70FF-EB52-227B-37513FE68E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6F42F9-8AB0-43F6-7518-BF56AAA67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5EB60C-E502-297C-D601-3B99308C5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030D-48E6-4D5A-A586-3B082B1B96F3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5D97BF-DA80-2A5C-2942-9F4B0734A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203E10-C712-C295-4502-BD7BD5A1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0E841-982B-4351-B4EF-6D0B18BAC5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1470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CCA6D-2D69-4D9F-DF42-4A765CAC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064DCD-CC74-72C8-4601-2EFFBCCF4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F4277E-041D-6FD2-F60F-BE489D826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030D-48E6-4D5A-A586-3B082B1B96F3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7F5ED7-7399-50FD-8F09-0DB5321D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D5EFC5-50A1-2B2E-0864-EB35920C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0E841-982B-4351-B4EF-6D0B18BAC5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6676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4A5C07-DFA9-D3C0-4668-CCAD514DD5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EAAD96-1E79-BBA6-ACDC-1C4FDD5D7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69F0AF-35A4-BB46-BEBF-A7108BAF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030D-48E6-4D5A-A586-3B082B1B96F3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32EB48-F023-CF52-F037-38486BBA5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A2E44B-96A5-2651-7270-BFE7175D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0E841-982B-4351-B4EF-6D0B18BAC5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727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9C876D-A76B-8F1A-F0B4-11B28037F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C321D0-6BFF-B363-7A79-5F2DA32F8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72C98A-D348-80AC-D57C-713E81343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34030D-48E6-4D5A-A586-3B082B1B96F3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AA9618-4CC7-7261-1CC1-F1B2375094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DC4C53-9A83-6BB1-388F-3F0CDB55D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40E841-982B-4351-B4EF-6D0B18BAC5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562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8AC183F4-7D21-68FA-D865-565A9EC3BC14}"/>
              </a:ext>
            </a:extLst>
          </p:cNvPr>
          <p:cNvCxnSpPr>
            <a:cxnSpLocks/>
          </p:cNvCxnSpPr>
          <p:nvPr/>
        </p:nvCxnSpPr>
        <p:spPr>
          <a:xfrm>
            <a:off x="3821773" y="2034540"/>
            <a:ext cx="0" cy="3564933"/>
          </a:xfrm>
          <a:prstGeom prst="line">
            <a:avLst/>
          </a:prstGeom>
          <a:ln w="79375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C2A5355A-9AE5-2F0B-1019-BE498E5FCCFF}"/>
              </a:ext>
            </a:extLst>
          </p:cNvPr>
          <p:cNvCxnSpPr>
            <a:cxnSpLocks/>
          </p:cNvCxnSpPr>
          <p:nvPr/>
        </p:nvCxnSpPr>
        <p:spPr>
          <a:xfrm flipH="1">
            <a:off x="3821773" y="5599473"/>
            <a:ext cx="3243580" cy="0"/>
          </a:xfrm>
          <a:prstGeom prst="line">
            <a:avLst/>
          </a:prstGeom>
          <a:ln w="79375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DA873E31-9888-D785-CE96-039B1BA9FDA9}"/>
              </a:ext>
            </a:extLst>
          </p:cNvPr>
          <p:cNvCxnSpPr>
            <a:cxnSpLocks/>
          </p:cNvCxnSpPr>
          <p:nvPr/>
        </p:nvCxnSpPr>
        <p:spPr>
          <a:xfrm>
            <a:off x="6795741" y="5494022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BB5280B9-B730-EE32-CE0F-F873823CC4B6}"/>
              </a:ext>
            </a:extLst>
          </p:cNvPr>
          <p:cNvCxnSpPr>
            <a:cxnSpLocks/>
          </p:cNvCxnSpPr>
          <p:nvPr/>
        </p:nvCxnSpPr>
        <p:spPr>
          <a:xfrm>
            <a:off x="6201011" y="5494022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6DFF8CCC-6885-4D63-43F7-BC84AACDE9E8}"/>
              </a:ext>
            </a:extLst>
          </p:cNvPr>
          <p:cNvCxnSpPr>
            <a:cxnSpLocks/>
          </p:cNvCxnSpPr>
          <p:nvPr/>
        </p:nvCxnSpPr>
        <p:spPr>
          <a:xfrm>
            <a:off x="5011551" y="5494022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0B6530A2-0BD8-D30E-EA09-5A7E1C33B335}"/>
              </a:ext>
            </a:extLst>
          </p:cNvPr>
          <p:cNvCxnSpPr>
            <a:cxnSpLocks/>
          </p:cNvCxnSpPr>
          <p:nvPr/>
        </p:nvCxnSpPr>
        <p:spPr>
          <a:xfrm>
            <a:off x="4416821" y="5494021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93841878-4FAC-4B4B-C40C-B648B5AF0C05}"/>
              </a:ext>
            </a:extLst>
          </p:cNvPr>
          <p:cNvCxnSpPr>
            <a:cxnSpLocks/>
          </p:cNvCxnSpPr>
          <p:nvPr/>
        </p:nvCxnSpPr>
        <p:spPr>
          <a:xfrm>
            <a:off x="5606281" y="5494021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0ABA77A4-5C02-3FBB-37F3-394D5D545349}"/>
              </a:ext>
            </a:extLst>
          </p:cNvPr>
          <p:cNvCxnSpPr>
            <a:cxnSpLocks/>
          </p:cNvCxnSpPr>
          <p:nvPr/>
        </p:nvCxnSpPr>
        <p:spPr>
          <a:xfrm flipH="1">
            <a:off x="3832522" y="5002781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70DA86C0-91C4-D655-AD91-5949256CEC05}"/>
              </a:ext>
            </a:extLst>
          </p:cNvPr>
          <p:cNvCxnSpPr>
            <a:cxnSpLocks/>
          </p:cNvCxnSpPr>
          <p:nvPr/>
        </p:nvCxnSpPr>
        <p:spPr>
          <a:xfrm flipH="1">
            <a:off x="3821307" y="4405038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75C169F6-636F-CD3D-051B-09033F631CD5}"/>
              </a:ext>
            </a:extLst>
          </p:cNvPr>
          <p:cNvCxnSpPr>
            <a:cxnSpLocks/>
          </p:cNvCxnSpPr>
          <p:nvPr/>
        </p:nvCxnSpPr>
        <p:spPr>
          <a:xfrm flipH="1">
            <a:off x="3832522" y="3807295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B9370F92-3C7E-55E2-11F2-81AF9EE91C50}"/>
              </a:ext>
            </a:extLst>
          </p:cNvPr>
          <p:cNvCxnSpPr>
            <a:cxnSpLocks/>
          </p:cNvCxnSpPr>
          <p:nvPr/>
        </p:nvCxnSpPr>
        <p:spPr>
          <a:xfrm flipH="1">
            <a:off x="3820979" y="2611809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BA5073F6-9823-48E2-F419-87B21B0D5781}"/>
              </a:ext>
            </a:extLst>
          </p:cNvPr>
          <p:cNvCxnSpPr>
            <a:cxnSpLocks/>
          </p:cNvCxnSpPr>
          <p:nvPr/>
        </p:nvCxnSpPr>
        <p:spPr>
          <a:xfrm flipH="1">
            <a:off x="3820979" y="3209552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F23CAF25-52C8-5CF8-D007-554C2857941E}"/>
              </a:ext>
            </a:extLst>
          </p:cNvPr>
          <p:cNvCxnSpPr>
            <a:cxnSpLocks/>
          </p:cNvCxnSpPr>
          <p:nvPr/>
        </p:nvCxnSpPr>
        <p:spPr>
          <a:xfrm flipH="1">
            <a:off x="3815353" y="5600526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B57238F3-71EE-F574-0526-3D2488079148}"/>
              </a:ext>
            </a:extLst>
          </p:cNvPr>
          <p:cNvSpPr txBox="1"/>
          <p:nvPr/>
        </p:nvSpPr>
        <p:spPr>
          <a:xfrm>
            <a:off x="3392860" y="4771948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5</a:t>
            </a:r>
            <a:endParaRPr lang="pt-BR" sz="900" dirty="0"/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8945DA07-A205-76ED-0C7E-E13C246119B9}"/>
              </a:ext>
            </a:extLst>
          </p:cNvPr>
          <p:cNvSpPr txBox="1"/>
          <p:nvPr/>
        </p:nvSpPr>
        <p:spPr>
          <a:xfrm>
            <a:off x="3219918" y="4174464"/>
            <a:ext cx="514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10</a:t>
            </a:r>
            <a:endParaRPr lang="pt-BR" sz="900" dirty="0"/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9BFFE0E1-19D5-D4DA-75A9-3175BF05BED8}"/>
              </a:ext>
            </a:extLst>
          </p:cNvPr>
          <p:cNvSpPr txBox="1"/>
          <p:nvPr/>
        </p:nvSpPr>
        <p:spPr>
          <a:xfrm>
            <a:off x="3227749" y="3576979"/>
            <a:ext cx="514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15</a:t>
            </a:r>
            <a:endParaRPr lang="pt-BR" sz="900" dirty="0"/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3D8E3234-A98D-E47C-9B2A-57A5AF767032}"/>
              </a:ext>
            </a:extLst>
          </p:cNvPr>
          <p:cNvSpPr txBox="1"/>
          <p:nvPr/>
        </p:nvSpPr>
        <p:spPr>
          <a:xfrm>
            <a:off x="3213170" y="2979495"/>
            <a:ext cx="514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20</a:t>
            </a:r>
            <a:endParaRPr lang="pt-BR" sz="900" dirty="0"/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D949CA80-951A-F9E3-5992-44EF4BEE3DD4}"/>
              </a:ext>
            </a:extLst>
          </p:cNvPr>
          <p:cNvSpPr txBox="1"/>
          <p:nvPr/>
        </p:nvSpPr>
        <p:spPr>
          <a:xfrm>
            <a:off x="3221426" y="2382010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25</a:t>
            </a:r>
            <a:endParaRPr lang="pt-BR" sz="900" dirty="0"/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70E6DDBB-7E2E-99CD-DDAC-EC2C04EDE78E}"/>
              </a:ext>
            </a:extLst>
          </p:cNvPr>
          <p:cNvSpPr txBox="1"/>
          <p:nvPr/>
        </p:nvSpPr>
        <p:spPr>
          <a:xfrm>
            <a:off x="4241933" y="5704922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1</a:t>
            </a:r>
            <a:endParaRPr lang="pt-BR" sz="900" dirty="0"/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346C4A4D-3738-FFF6-2E1F-14238F2233FE}"/>
              </a:ext>
            </a:extLst>
          </p:cNvPr>
          <p:cNvSpPr txBox="1"/>
          <p:nvPr/>
        </p:nvSpPr>
        <p:spPr>
          <a:xfrm>
            <a:off x="4836663" y="5704922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2</a:t>
            </a:r>
            <a:endParaRPr lang="pt-BR" sz="900" dirty="0"/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25AFB934-9974-36B5-6E55-623EDFF61C15}"/>
              </a:ext>
            </a:extLst>
          </p:cNvPr>
          <p:cNvSpPr txBox="1"/>
          <p:nvPr/>
        </p:nvSpPr>
        <p:spPr>
          <a:xfrm>
            <a:off x="5431393" y="5704922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3</a:t>
            </a:r>
            <a:endParaRPr lang="pt-BR" sz="900" dirty="0"/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772A911C-8AB9-715A-F085-E3CEF484D6A7}"/>
              </a:ext>
            </a:extLst>
          </p:cNvPr>
          <p:cNvSpPr txBox="1"/>
          <p:nvPr/>
        </p:nvSpPr>
        <p:spPr>
          <a:xfrm>
            <a:off x="6026123" y="5704922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4</a:t>
            </a:r>
            <a:endParaRPr lang="pt-BR" sz="900" dirty="0"/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5D2970C3-C1A6-BA47-4894-B1A3BCE5FC78}"/>
              </a:ext>
            </a:extLst>
          </p:cNvPr>
          <p:cNvSpPr txBox="1"/>
          <p:nvPr/>
        </p:nvSpPr>
        <p:spPr>
          <a:xfrm>
            <a:off x="6620853" y="5704922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5</a:t>
            </a:r>
            <a:endParaRPr lang="pt-BR" sz="900" dirty="0"/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02EEC72D-91FE-604C-ADE6-92E963D2D268}"/>
              </a:ext>
            </a:extLst>
          </p:cNvPr>
          <p:cNvSpPr txBox="1"/>
          <p:nvPr/>
        </p:nvSpPr>
        <p:spPr>
          <a:xfrm>
            <a:off x="5248003" y="6082195"/>
            <a:ext cx="1842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dirty="0"/>
              <a:t>cafés</a:t>
            </a:r>
            <a:endParaRPr lang="pt-BR" sz="900" dirty="0"/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C8E394B5-69D9-FF48-A5CC-F6DB7B5FB2F6}"/>
              </a:ext>
            </a:extLst>
          </p:cNvPr>
          <p:cNvSpPr txBox="1"/>
          <p:nvPr/>
        </p:nvSpPr>
        <p:spPr>
          <a:xfrm>
            <a:off x="2250408" y="1551013"/>
            <a:ext cx="14776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Linhas </a:t>
            </a:r>
            <a:br>
              <a:rPr lang="pt-BR" sz="2400" dirty="0"/>
            </a:br>
            <a:r>
              <a:rPr lang="pt-BR" sz="2400" dirty="0"/>
              <a:t>de código</a:t>
            </a:r>
            <a:endParaRPr lang="pt-BR" sz="90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E5F7C02-0C83-FBCF-3841-A26E47EA0194}"/>
              </a:ext>
            </a:extLst>
          </p:cNvPr>
          <p:cNvSpPr/>
          <p:nvPr/>
        </p:nvSpPr>
        <p:spPr>
          <a:xfrm>
            <a:off x="6202750" y="3069986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C4D784CE-4FB0-A989-E18D-9143D4613FF4}"/>
              </a:ext>
            </a:extLst>
          </p:cNvPr>
          <p:cNvCxnSpPr>
            <a:cxnSpLocks/>
          </p:cNvCxnSpPr>
          <p:nvPr/>
        </p:nvCxnSpPr>
        <p:spPr>
          <a:xfrm flipH="1">
            <a:off x="3533415" y="2269191"/>
            <a:ext cx="3353952" cy="3551672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Elipse 113">
            <a:extLst>
              <a:ext uri="{FF2B5EF4-FFF2-40B4-BE49-F238E27FC236}">
                <a16:creationId xmlns:a16="http://schemas.microsoft.com/office/drawing/2014/main" id="{D800ECA0-D6A6-8E59-4752-29BFABB076CB}"/>
              </a:ext>
            </a:extLst>
          </p:cNvPr>
          <p:cNvSpPr/>
          <p:nvPr/>
        </p:nvSpPr>
        <p:spPr>
          <a:xfrm>
            <a:off x="4339640" y="4328363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4D19CFB2-5038-B18A-86F1-ECA782FB68C6}"/>
              </a:ext>
            </a:extLst>
          </p:cNvPr>
          <p:cNvSpPr/>
          <p:nvPr/>
        </p:nvSpPr>
        <p:spPr>
          <a:xfrm>
            <a:off x="4339640" y="4926105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68EB8A6-B63B-440F-65F2-26837AA172F3}"/>
              </a:ext>
            </a:extLst>
          </p:cNvPr>
          <p:cNvSpPr/>
          <p:nvPr/>
        </p:nvSpPr>
        <p:spPr>
          <a:xfrm>
            <a:off x="4923202" y="4781792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AD0E6FA-051B-EB93-8572-AB0619281BFA}"/>
              </a:ext>
            </a:extLst>
          </p:cNvPr>
          <p:cNvSpPr/>
          <p:nvPr/>
        </p:nvSpPr>
        <p:spPr>
          <a:xfrm>
            <a:off x="4923202" y="4021115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AFE4514-8C72-6A32-E3E8-78DCBFEDD498}"/>
              </a:ext>
            </a:extLst>
          </p:cNvPr>
          <p:cNvSpPr/>
          <p:nvPr/>
        </p:nvSpPr>
        <p:spPr>
          <a:xfrm>
            <a:off x="5491494" y="4127212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C97E962-049C-2E9E-D764-669AC26433B7}"/>
              </a:ext>
            </a:extLst>
          </p:cNvPr>
          <p:cNvSpPr/>
          <p:nvPr/>
        </p:nvSpPr>
        <p:spPr>
          <a:xfrm>
            <a:off x="5491494" y="4580641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F82C05D-B209-F91B-6F05-F778DC88DB2A}"/>
              </a:ext>
            </a:extLst>
          </p:cNvPr>
          <p:cNvSpPr/>
          <p:nvPr/>
        </p:nvSpPr>
        <p:spPr>
          <a:xfrm>
            <a:off x="5491494" y="3380399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6BB6B73-F4FA-B1EE-9CD1-9109ABC03E37}"/>
              </a:ext>
            </a:extLst>
          </p:cNvPr>
          <p:cNvSpPr/>
          <p:nvPr/>
        </p:nvSpPr>
        <p:spPr>
          <a:xfrm>
            <a:off x="5491494" y="3106669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340E737-0244-5B00-65F6-81CB7265B047}"/>
              </a:ext>
            </a:extLst>
          </p:cNvPr>
          <p:cNvSpPr/>
          <p:nvPr/>
        </p:nvSpPr>
        <p:spPr>
          <a:xfrm>
            <a:off x="6202750" y="3288791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77C76BD-004E-E93B-4F28-2347017851E6}"/>
              </a:ext>
            </a:extLst>
          </p:cNvPr>
          <p:cNvSpPr/>
          <p:nvPr/>
        </p:nvSpPr>
        <p:spPr>
          <a:xfrm>
            <a:off x="6719065" y="3331471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EFD2D386-1CCF-4270-CD24-DCA31A3C3237}"/>
              </a:ext>
            </a:extLst>
          </p:cNvPr>
          <p:cNvSpPr/>
          <p:nvPr/>
        </p:nvSpPr>
        <p:spPr>
          <a:xfrm>
            <a:off x="6719065" y="2822890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9590BF86-666C-6BBA-7470-42DD902CA131}"/>
              </a:ext>
            </a:extLst>
          </p:cNvPr>
          <p:cNvSpPr/>
          <p:nvPr/>
        </p:nvSpPr>
        <p:spPr>
          <a:xfrm>
            <a:off x="6719065" y="3541068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1560F526-C8A3-B38E-ED79-44EAA95CF770}"/>
              </a:ext>
            </a:extLst>
          </p:cNvPr>
          <p:cNvSpPr/>
          <p:nvPr/>
        </p:nvSpPr>
        <p:spPr>
          <a:xfrm>
            <a:off x="6202750" y="3065152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EF48F8F-398D-3CD6-64EF-A896ABE18D09}"/>
              </a:ext>
            </a:extLst>
          </p:cNvPr>
          <p:cNvSpPr/>
          <p:nvPr/>
        </p:nvSpPr>
        <p:spPr>
          <a:xfrm>
            <a:off x="6202750" y="2539364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C4B3704-DEEC-8151-6D4E-D11CD6F8F283}"/>
              </a:ext>
            </a:extLst>
          </p:cNvPr>
          <p:cNvSpPr/>
          <p:nvPr/>
        </p:nvSpPr>
        <p:spPr>
          <a:xfrm>
            <a:off x="6719065" y="1779158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98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8AC183F4-7D21-68FA-D865-565A9EC3BC14}"/>
              </a:ext>
            </a:extLst>
          </p:cNvPr>
          <p:cNvCxnSpPr>
            <a:cxnSpLocks/>
          </p:cNvCxnSpPr>
          <p:nvPr/>
        </p:nvCxnSpPr>
        <p:spPr>
          <a:xfrm>
            <a:off x="3821773" y="2034540"/>
            <a:ext cx="0" cy="3564933"/>
          </a:xfrm>
          <a:prstGeom prst="line">
            <a:avLst/>
          </a:prstGeom>
          <a:ln w="79375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C2A5355A-9AE5-2F0B-1019-BE498E5FCCFF}"/>
              </a:ext>
            </a:extLst>
          </p:cNvPr>
          <p:cNvCxnSpPr>
            <a:cxnSpLocks/>
          </p:cNvCxnSpPr>
          <p:nvPr/>
        </p:nvCxnSpPr>
        <p:spPr>
          <a:xfrm flipH="1">
            <a:off x="3821773" y="5599473"/>
            <a:ext cx="3243580" cy="0"/>
          </a:xfrm>
          <a:prstGeom prst="line">
            <a:avLst/>
          </a:prstGeom>
          <a:ln w="79375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DA873E31-9888-D785-CE96-039B1BA9FDA9}"/>
              </a:ext>
            </a:extLst>
          </p:cNvPr>
          <p:cNvCxnSpPr>
            <a:cxnSpLocks/>
          </p:cNvCxnSpPr>
          <p:nvPr/>
        </p:nvCxnSpPr>
        <p:spPr>
          <a:xfrm>
            <a:off x="6795741" y="5494022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BB5280B9-B730-EE32-CE0F-F873823CC4B6}"/>
              </a:ext>
            </a:extLst>
          </p:cNvPr>
          <p:cNvCxnSpPr>
            <a:cxnSpLocks/>
          </p:cNvCxnSpPr>
          <p:nvPr/>
        </p:nvCxnSpPr>
        <p:spPr>
          <a:xfrm>
            <a:off x="6201011" y="5494022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6DFF8CCC-6885-4D63-43F7-BC84AACDE9E8}"/>
              </a:ext>
            </a:extLst>
          </p:cNvPr>
          <p:cNvCxnSpPr>
            <a:cxnSpLocks/>
          </p:cNvCxnSpPr>
          <p:nvPr/>
        </p:nvCxnSpPr>
        <p:spPr>
          <a:xfrm>
            <a:off x="5011551" y="5494022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0B6530A2-0BD8-D30E-EA09-5A7E1C33B335}"/>
              </a:ext>
            </a:extLst>
          </p:cNvPr>
          <p:cNvCxnSpPr>
            <a:cxnSpLocks/>
          </p:cNvCxnSpPr>
          <p:nvPr/>
        </p:nvCxnSpPr>
        <p:spPr>
          <a:xfrm>
            <a:off x="4416821" y="5494021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93841878-4FAC-4B4B-C40C-B648B5AF0C05}"/>
              </a:ext>
            </a:extLst>
          </p:cNvPr>
          <p:cNvCxnSpPr>
            <a:cxnSpLocks/>
          </p:cNvCxnSpPr>
          <p:nvPr/>
        </p:nvCxnSpPr>
        <p:spPr>
          <a:xfrm>
            <a:off x="5606281" y="5494021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0ABA77A4-5C02-3FBB-37F3-394D5D545349}"/>
              </a:ext>
            </a:extLst>
          </p:cNvPr>
          <p:cNvCxnSpPr>
            <a:cxnSpLocks/>
          </p:cNvCxnSpPr>
          <p:nvPr/>
        </p:nvCxnSpPr>
        <p:spPr>
          <a:xfrm flipH="1">
            <a:off x="3832522" y="5002781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70DA86C0-91C4-D655-AD91-5949256CEC05}"/>
              </a:ext>
            </a:extLst>
          </p:cNvPr>
          <p:cNvCxnSpPr>
            <a:cxnSpLocks/>
          </p:cNvCxnSpPr>
          <p:nvPr/>
        </p:nvCxnSpPr>
        <p:spPr>
          <a:xfrm flipH="1">
            <a:off x="3821307" y="4405038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75C169F6-636F-CD3D-051B-09033F631CD5}"/>
              </a:ext>
            </a:extLst>
          </p:cNvPr>
          <p:cNvCxnSpPr>
            <a:cxnSpLocks/>
          </p:cNvCxnSpPr>
          <p:nvPr/>
        </p:nvCxnSpPr>
        <p:spPr>
          <a:xfrm flipH="1">
            <a:off x="3832522" y="3807295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B9370F92-3C7E-55E2-11F2-81AF9EE91C50}"/>
              </a:ext>
            </a:extLst>
          </p:cNvPr>
          <p:cNvCxnSpPr>
            <a:cxnSpLocks/>
          </p:cNvCxnSpPr>
          <p:nvPr/>
        </p:nvCxnSpPr>
        <p:spPr>
          <a:xfrm flipH="1">
            <a:off x="3820979" y="2611809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BA5073F6-9823-48E2-F419-87B21B0D5781}"/>
              </a:ext>
            </a:extLst>
          </p:cNvPr>
          <p:cNvCxnSpPr>
            <a:cxnSpLocks/>
          </p:cNvCxnSpPr>
          <p:nvPr/>
        </p:nvCxnSpPr>
        <p:spPr>
          <a:xfrm flipH="1">
            <a:off x="3820979" y="3209552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F23CAF25-52C8-5CF8-D007-554C2857941E}"/>
              </a:ext>
            </a:extLst>
          </p:cNvPr>
          <p:cNvCxnSpPr>
            <a:cxnSpLocks/>
          </p:cNvCxnSpPr>
          <p:nvPr/>
        </p:nvCxnSpPr>
        <p:spPr>
          <a:xfrm flipH="1">
            <a:off x="3815353" y="5600526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B57238F3-71EE-F574-0526-3D2488079148}"/>
              </a:ext>
            </a:extLst>
          </p:cNvPr>
          <p:cNvSpPr txBox="1"/>
          <p:nvPr/>
        </p:nvSpPr>
        <p:spPr>
          <a:xfrm>
            <a:off x="3392860" y="4771948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5</a:t>
            </a:r>
            <a:endParaRPr lang="pt-BR" sz="900" dirty="0"/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8945DA07-A205-76ED-0C7E-E13C246119B9}"/>
              </a:ext>
            </a:extLst>
          </p:cNvPr>
          <p:cNvSpPr txBox="1"/>
          <p:nvPr/>
        </p:nvSpPr>
        <p:spPr>
          <a:xfrm>
            <a:off x="3219918" y="4174464"/>
            <a:ext cx="514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10</a:t>
            </a:r>
            <a:endParaRPr lang="pt-BR" sz="900" dirty="0"/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9BFFE0E1-19D5-D4DA-75A9-3175BF05BED8}"/>
              </a:ext>
            </a:extLst>
          </p:cNvPr>
          <p:cNvSpPr txBox="1"/>
          <p:nvPr/>
        </p:nvSpPr>
        <p:spPr>
          <a:xfrm>
            <a:off x="3227749" y="3576979"/>
            <a:ext cx="514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15</a:t>
            </a:r>
            <a:endParaRPr lang="pt-BR" sz="900" dirty="0"/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3D8E3234-A98D-E47C-9B2A-57A5AF767032}"/>
              </a:ext>
            </a:extLst>
          </p:cNvPr>
          <p:cNvSpPr txBox="1"/>
          <p:nvPr/>
        </p:nvSpPr>
        <p:spPr>
          <a:xfrm>
            <a:off x="3213170" y="2979495"/>
            <a:ext cx="514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20</a:t>
            </a:r>
            <a:endParaRPr lang="pt-BR" sz="900" dirty="0"/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D949CA80-951A-F9E3-5992-44EF4BEE3DD4}"/>
              </a:ext>
            </a:extLst>
          </p:cNvPr>
          <p:cNvSpPr txBox="1"/>
          <p:nvPr/>
        </p:nvSpPr>
        <p:spPr>
          <a:xfrm>
            <a:off x="3221426" y="2382010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25</a:t>
            </a:r>
            <a:endParaRPr lang="pt-BR" sz="900" dirty="0"/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70E6DDBB-7E2E-99CD-DDAC-EC2C04EDE78E}"/>
              </a:ext>
            </a:extLst>
          </p:cNvPr>
          <p:cNvSpPr txBox="1"/>
          <p:nvPr/>
        </p:nvSpPr>
        <p:spPr>
          <a:xfrm>
            <a:off x="4241933" y="5704922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1</a:t>
            </a:r>
            <a:endParaRPr lang="pt-BR" sz="900" dirty="0"/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346C4A4D-3738-FFF6-2E1F-14238F2233FE}"/>
              </a:ext>
            </a:extLst>
          </p:cNvPr>
          <p:cNvSpPr txBox="1"/>
          <p:nvPr/>
        </p:nvSpPr>
        <p:spPr>
          <a:xfrm>
            <a:off x="4836663" y="5704922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2</a:t>
            </a:r>
            <a:endParaRPr lang="pt-BR" sz="900" dirty="0"/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25AFB934-9974-36B5-6E55-623EDFF61C15}"/>
              </a:ext>
            </a:extLst>
          </p:cNvPr>
          <p:cNvSpPr txBox="1"/>
          <p:nvPr/>
        </p:nvSpPr>
        <p:spPr>
          <a:xfrm>
            <a:off x="5431393" y="5704922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3</a:t>
            </a:r>
            <a:endParaRPr lang="pt-BR" sz="900" dirty="0"/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772A911C-8AB9-715A-F085-E3CEF484D6A7}"/>
              </a:ext>
            </a:extLst>
          </p:cNvPr>
          <p:cNvSpPr txBox="1"/>
          <p:nvPr/>
        </p:nvSpPr>
        <p:spPr>
          <a:xfrm>
            <a:off x="6026123" y="5704922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4</a:t>
            </a:r>
            <a:endParaRPr lang="pt-BR" sz="900" dirty="0"/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5D2970C3-C1A6-BA47-4894-B1A3BCE5FC78}"/>
              </a:ext>
            </a:extLst>
          </p:cNvPr>
          <p:cNvSpPr txBox="1"/>
          <p:nvPr/>
        </p:nvSpPr>
        <p:spPr>
          <a:xfrm>
            <a:off x="6620853" y="5704922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5</a:t>
            </a:r>
            <a:endParaRPr lang="pt-BR" sz="900" dirty="0"/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02EEC72D-91FE-604C-ADE6-92E963D2D268}"/>
              </a:ext>
            </a:extLst>
          </p:cNvPr>
          <p:cNvSpPr txBox="1"/>
          <p:nvPr/>
        </p:nvSpPr>
        <p:spPr>
          <a:xfrm>
            <a:off x="5248003" y="6082195"/>
            <a:ext cx="1842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dirty="0"/>
              <a:t>cafés</a:t>
            </a:r>
            <a:endParaRPr lang="pt-BR" sz="900" dirty="0"/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C8E394B5-69D9-FF48-A5CC-F6DB7B5FB2F6}"/>
              </a:ext>
            </a:extLst>
          </p:cNvPr>
          <p:cNvSpPr txBox="1"/>
          <p:nvPr/>
        </p:nvSpPr>
        <p:spPr>
          <a:xfrm>
            <a:off x="2250408" y="1551013"/>
            <a:ext cx="14776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Linhas </a:t>
            </a:r>
            <a:br>
              <a:rPr lang="pt-BR" sz="2400" dirty="0"/>
            </a:br>
            <a:r>
              <a:rPr lang="pt-BR" sz="2400" dirty="0"/>
              <a:t>de código</a:t>
            </a:r>
            <a:endParaRPr lang="pt-BR" sz="90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E5F7C02-0C83-FBCF-3841-A26E47EA0194}"/>
              </a:ext>
            </a:extLst>
          </p:cNvPr>
          <p:cNvSpPr/>
          <p:nvPr/>
        </p:nvSpPr>
        <p:spPr>
          <a:xfrm>
            <a:off x="6019325" y="2366375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" name="Elipse 113">
            <a:extLst>
              <a:ext uri="{FF2B5EF4-FFF2-40B4-BE49-F238E27FC236}">
                <a16:creationId xmlns:a16="http://schemas.microsoft.com/office/drawing/2014/main" id="{D800ECA0-D6A6-8E59-4752-29BFABB076CB}"/>
              </a:ext>
            </a:extLst>
          </p:cNvPr>
          <p:cNvSpPr/>
          <p:nvPr/>
        </p:nvSpPr>
        <p:spPr>
          <a:xfrm>
            <a:off x="4676218" y="4550035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4D19CFB2-5038-B18A-86F1-ECA782FB68C6}"/>
              </a:ext>
            </a:extLst>
          </p:cNvPr>
          <p:cNvSpPr/>
          <p:nvPr/>
        </p:nvSpPr>
        <p:spPr>
          <a:xfrm>
            <a:off x="4350677" y="4912598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68EB8A6-B63B-440F-65F2-26837AA172F3}"/>
              </a:ext>
            </a:extLst>
          </p:cNvPr>
          <p:cNvSpPr/>
          <p:nvPr/>
        </p:nvSpPr>
        <p:spPr>
          <a:xfrm>
            <a:off x="5211075" y="4639597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AD0E6FA-051B-EB93-8572-AB0619281BFA}"/>
              </a:ext>
            </a:extLst>
          </p:cNvPr>
          <p:cNvSpPr/>
          <p:nvPr/>
        </p:nvSpPr>
        <p:spPr>
          <a:xfrm>
            <a:off x="5324623" y="4297611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AFE4514-8C72-6A32-E3E8-78DCBFEDD498}"/>
              </a:ext>
            </a:extLst>
          </p:cNvPr>
          <p:cNvSpPr/>
          <p:nvPr/>
        </p:nvSpPr>
        <p:spPr>
          <a:xfrm>
            <a:off x="5529605" y="3893498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C97E962-049C-2E9E-D764-669AC26433B7}"/>
              </a:ext>
            </a:extLst>
          </p:cNvPr>
          <p:cNvSpPr/>
          <p:nvPr/>
        </p:nvSpPr>
        <p:spPr>
          <a:xfrm>
            <a:off x="5606279" y="4290226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F82C05D-B209-F91B-6F05-F778DC88DB2A}"/>
              </a:ext>
            </a:extLst>
          </p:cNvPr>
          <p:cNvSpPr/>
          <p:nvPr/>
        </p:nvSpPr>
        <p:spPr>
          <a:xfrm>
            <a:off x="5875157" y="3691304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6BB6B73-F4FA-B1EE-9CD1-9109ABC03E37}"/>
              </a:ext>
            </a:extLst>
          </p:cNvPr>
          <p:cNvSpPr/>
          <p:nvPr/>
        </p:nvSpPr>
        <p:spPr>
          <a:xfrm>
            <a:off x="6000097" y="4250603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340E737-0244-5B00-65F6-81CB7265B047}"/>
              </a:ext>
            </a:extLst>
          </p:cNvPr>
          <p:cNvSpPr/>
          <p:nvPr/>
        </p:nvSpPr>
        <p:spPr>
          <a:xfrm>
            <a:off x="5909552" y="3197648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77C76BD-004E-E93B-4F28-2347017851E6}"/>
              </a:ext>
            </a:extLst>
          </p:cNvPr>
          <p:cNvSpPr/>
          <p:nvPr/>
        </p:nvSpPr>
        <p:spPr>
          <a:xfrm>
            <a:off x="6357141" y="3249578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EFD2D386-1CCF-4270-CD24-DCA31A3C3237}"/>
              </a:ext>
            </a:extLst>
          </p:cNvPr>
          <p:cNvSpPr/>
          <p:nvPr/>
        </p:nvSpPr>
        <p:spPr>
          <a:xfrm>
            <a:off x="6046895" y="2845360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9590BF86-666C-6BBA-7470-42DD902CA131}"/>
              </a:ext>
            </a:extLst>
          </p:cNvPr>
          <p:cNvSpPr/>
          <p:nvPr/>
        </p:nvSpPr>
        <p:spPr>
          <a:xfrm>
            <a:off x="6166676" y="3889849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1560F526-C8A3-B38E-ED79-44EAA95CF770}"/>
              </a:ext>
            </a:extLst>
          </p:cNvPr>
          <p:cNvSpPr/>
          <p:nvPr/>
        </p:nvSpPr>
        <p:spPr>
          <a:xfrm>
            <a:off x="6543928" y="2849719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EF48F8F-398D-3CD6-64EF-A896ABE18D09}"/>
              </a:ext>
            </a:extLst>
          </p:cNvPr>
          <p:cNvSpPr/>
          <p:nvPr/>
        </p:nvSpPr>
        <p:spPr>
          <a:xfrm>
            <a:off x="6299223" y="2511408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C4B3704-DEEC-8151-6D4E-D11CD6F8F283}"/>
              </a:ext>
            </a:extLst>
          </p:cNvPr>
          <p:cNvSpPr/>
          <p:nvPr/>
        </p:nvSpPr>
        <p:spPr>
          <a:xfrm>
            <a:off x="6433816" y="2131349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9430AE0-D5B9-54E9-77F1-637F81508A85}"/>
              </a:ext>
            </a:extLst>
          </p:cNvPr>
          <p:cNvSpPr/>
          <p:nvPr/>
        </p:nvSpPr>
        <p:spPr>
          <a:xfrm>
            <a:off x="4825705" y="4974667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A293423B-1931-EBC8-A2F4-C6E4B441C4D9}"/>
              </a:ext>
            </a:extLst>
          </p:cNvPr>
          <p:cNvSpPr/>
          <p:nvPr/>
        </p:nvSpPr>
        <p:spPr>
          <a:xfrm rot="14911453">
            <a:off x="4200649" y="2069496"/>
            <a:ext cx="2112892" cy="3052208"/>
          </a:xfrm>
          <a:custGeom>
            <a:avLst/>
            <a:gdLst>
              <a:gd name="connsiteX0" fmla="*/ 0 w 3264081"/>
              <a:gd name="connsiteY0" fmla="*/ 0 h 4094158"/>
              <a:gd name="connsiteX1" fmla="*/ 548640 w 3264081"/>
              <a:gd name="connsiteY1" fmla="*/ 3611880 h 4094158"/>
              <a:gd name="connsiteX2" fmla="*/ 2971800 w 3264081"/>
              <a:gd name="connsiteY2" fmla="*/ 4080510 h 4094158"/>
              <a:gd name="connsiteX3" fmla="*/ 3131820 w 3264081"/>
              <a:gd name="connsiteY3" fmla="*/ 3851910 h 4094158"/>
              <a:gd name="connsiteX0" fmla="*/ 0 w 2971800"/>
              <a:gd name="connsiteY0" fmla="*/ 0 h 4094158"/>
              <a:gd name="connsiteX1" fmla="*/ 548640 w 2971800"/>
              <a:gd name="connsiteY1" fmla="*/ 3611880 h 4094158"/>
              <a:gd name="connsiteX2" fmla="*/ 2971800 w 2971800"/>
              <a:gd name="connsiteY2" fmla="*/ 4080510 h 4094158"/>
              <a:gd name="connsiteX0" fmla="*/ 0 w 2971800"/>
              <a:gd name="connsiteY0" fmla="*/ 0 h 4080510"/>
              <a:gd name="connsiteX1" fmla="*/ 457200 w 2971800"/>
              <a:gd name="connsiteY1" fmla="*/ 2846070 h 4080510"/>
              <a:gd name="connsiteX2" fmla="*/ 2971800 w 2971800"/>
              <a:gd name="connsiteY2" fmla="*/ 4080510 h 4080510"/>
              <a:gd name="connsiteX0" fmla="*/ -1 w 2991281"/>
              <a:gd name="connsiteY0" fmla="*/ 0 h 3201702"/>
              <a:gd name="connsiteX1" fmla="*/ 476681 w 2991281"/>
              <a:gd name="connsiteY1" fmla="*/ 1967262 h 3201702"/>
              <a:gd name="connsiteX2" fmla="*/ 2991281 w 2991281"/>
              <a:gd name="connsiteY2" fmla="*/ 3201702 h 3201702"/>
              <a:gd name="connsiteX0" fmla="*/ 0 w 2991282"/>
              <a:gd name="connsiteY0" fmla="*/ 0 h 3201702"/>
              <a:gd name="connsiteX1" fmla="*/ 476682 w 2991282"/>
              <a:gd name="connsiteY1" fmla="*/ 1967262 h 3201702"/>
              <a:gd name="connsiteX2" fmla="*/ 2991282 w 2991282"/>
              <a:gd name="connsiteY2" fmla="*/ 3201702 h 3201702"/>
              <a:gd name="connsiteX0" fmla="*/ 37772 w 3029054"/>
              <a:gd name="connsiteY0" fmla="*/ 0 h 3201702"/>
              <a:gd name="connsiteX1" fmla="*/ 514454 w 3029054"/>
              <a:gd name="connsiteY1" fmla="*/ 1967262 h 3201702"/>
              <a:gd name="connsiteX2" fmla="*/ 3029054 w 3029054"/>
              <a:gd name="connsiteY2" fmla="*/ 3201702 h 3201702"/>
              <a:gd name="connsiteX0" fmla="*/ 37773 w 3029055"/>
              <a:gd name="connsiteY0" fmla="*/ 0 h 3201702"/>
              <a:gd name="connsiteX1" fmla="*/ 514455 w 3029055"/>
              <a:gd name="connsiteY1" fmla="*/ 1967262 h 3201702"/>
              <a:gd name="connsiteX2" fmla="*/ 3029055 w 3029055"/>
              <a:gd name="connsiteY2" fmla="*/ 3201702 h 3201702"/>
              <a:gd name="connsiteX0" fmla="*/ 37773 w 3029055"/>
              <a:gd name="connsiteY0" fmla="*/ 0 h 3201702"/>
              <a:gd name="connsiteX1" fmla="*/ 514455 w 3029055"/>
              <a:gd name="connsiteY1" fmla="*/ 1967262 h 3201702"/>
              <a:gd name="connsiteX2" fmla="*/ 3029055 w 3029055"/>
              <a:gd name="connsiteY2" fmla="*/ 3201702 h 3201702"/>
              <a:gd name="connsiteX0" fmla="*/ 23571 w 3014853"/>
              <a:gd name="connsiteY0" fmla="*/ 0 h 3201702"/>
              <a:gd name="connsiteX1" fmla="*/ 500253 w 3014853"/>
              <a:gd name="connsiteY1" fmla="*/ 1967262 h 3201702"/>
              <a:gd name="connsiteX2" fmla="*/ 3014853 w 3014853"/>
              <a:gd name="connsiteY2" fmla="*/ 3201702 h 3201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4853" h="3201702">
                <a:moveTo>
                  <a:pt x="23571" y="0"/>
                </a:moveTo>
                <a:cubicBezTo>
                  <a:pt x="-76197" y="668345"/>
                  <a:pt x="151722" y="1500948"/>
                  <a:pt x="500253" y="1967262"/>
                </a:cubicBezTo>
                <a:cubicBezTo>
                  <a:pt x="937448" y="2552204"/>
                  <a:pt x="1597537" y="2917422"/>
                  <a:pt x="3014853" y="3201702"/>
                </a:cubicBezTo>
              </a:path>
            </a:pathLst>
          </a:cu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860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8AC183F4-7D21-68FA-D865-565A9EC3BC14}"/>
              </a:ext>
            </a:extLst>
          </p:cNvPr>
          <p:cNvCxnSpPr>
            <a:cxnSpLocks/>
          </p:cNvCxnSpPr>
          <p:nvPr/>
        </p:nvCxnSpPr>
        <p:spPr>
          <a:xfrm>
            <a:off x="3821773" y="2034540"/>
            <a:ext cx="0" cy="3564933"/>
          </a:xfrm>
          <a:prstGeom prst="line">
            <a:avLst/>
          </a:prstGeom>
          <a:ln w="79375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C2A5355A-9AE5-2F0B-1019-BE498E5FCCFF}"/>
              </a:ext>
            </a:extLst>
          </p:cNvPr>
          <p:cNvCxnSpPr>
            <a:cxnSpLocks/>
          </p:cNvCxnSpPr>
          <p:nvPr/>
        </p:nvCxnSpPr>
        <p:spPr>
          <a:xfrm flipH="1">
            <a:off x="3821773" y="5599473"/>
            <a:ext cx="4830737" cy="0"/>
          </a:xfrm>
          <a:prstGeom prst="line">
            <a:avLst/>
          </a:prstGeom>
          <a:ln w="79375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DA873E31-9888-D785-CE96-039B1BA9FDA9}"/>
              </a:ext>
            </a:extLst>
          </p:cNvPr>
          <p:cNvCxnSpPr>
            <a:cxnSpLocks/>
          </p:cNvCxnSpPr>
          <p:nvPr/>
        </p:nvCxnSpPr>
        <p:spPr>
          <a:xfrm>
            <a:off x="6795741" y="5494022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BB5280B9-B730-EE32-CE0F-F873823CC4B6}"/>
              </a:ext>
            </a:extLst>
          </p:cNvPr>
          <p:cNvCxnSpPr>
            <a:cxnSpLocks/>
          </p:cNvCxnSpPr>
          <p:nvPr/>
        </p:nvCxnSpPr>
        <p:spPr>
          <a:xfrm>
            <a:off x="6201011" y="5494022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6DFF8CCC-6885-4D63-43F7-BC84AACDE9E8}"/>
              </a:ext>
            </a:extLst>
          </p:cNvPr>
          <p:cNvCxnSpPr>
            <a:cxnSpLocks/>
          </p:cNvCxnSpPr>
          <p:nvPr/>
        </p:nvCxnSpPr>
        <p:spPr>
          <a:xfrm>
            <a:off x="5011551" y="5494022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0B6530A2-0BD8-D30E-EA09-5A7E1C33B335}"/>
              </a:ext>
            </a:extLst>
          </p:cNvPr>
          <p:cNvCxnSpPr>
            <a:cxnSpLocks/>
          </p:cNvCxnSpPr>
          <p:nvPr/>
        </p:nvCxnSpPr>
        <p:spPr>
          <a:xfrm>
            <a:off x="4416821" y="5494021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93841878-4FAC-4B4B-C40C-B648B5AF0C05}"/>
              </a:ext>
            </a:extLst>
          </p:cNvPr>
          <p:cNvCxnSpPr>
            <a:cxnSpLocks/>
          </p:cNvCxnSpPr>
          <p:nvPr/>
        </p:nvCxnSpPr>
        <p:spPr>
          <a:xfrm>
            <a:off x="5606281" y="5494021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0ABA77A4-5C02-3FBB-37F3-394D5D545349}"/>
              </a:ext>
            </a:extLst>
          </p:cNvPr>
          <p:cNvCxnSpPr>
            <a:cxnSpLocks/>
          </p:cNvCxnSpPr>
          <p:nvPr/>
        </p:nvCxnSpPr>
        <p:spPr>
          <a:xfrm flipH="1">
            <a:off x="3832522" y="5002781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70DA86C0-91C4-D655-AD91-5949256CEC05}"/>
              </a:ext>
            </a:extLst>
          </p:cNvPr>
          <p:cNvCxnSpPr>
            <a:cxnSpLocks/>
          </p:cNvCxnSpPr>
          <p:nvPr/>
        </p:nvCxnSpPr>
        <p:spPr>
          <a:xfrm flipH="1">
            <a:off x="3821307" y="4405038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75C169F6-636F-CD3D-051B-09033F631CD5}"/>
              </a:ext>
            </a:extLst>
          </p:cNvPr>
          <p:cNvCxnSpPr>
            <a:cxnSpLocks/>
          </p:cNvCxnSpPr>
          <p:nvPr/>
        </p:nvCxnSpPr>
        <p:spPr>
          <a:xfrm flipH="1">
            <a:off x="3832522" y="3807295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B9370F92-3C7E-55E2-11F2-81AF9EE91C50}"/>
              </a:ext>
            </a:extLst>
          </p:cNvPr>
          <p:cNvCxnSpPr>
            <a:cxnSpLocks/>
          </p:cNvCxnSpPr>
          <p:nvPr/>
        </p:nvCxnSpPr>
        <p:spPr>
          <a:xfrm flipH="1">
            <a:off x="3820979" y="2611809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BA5073F6-9823-48E2-F419-87B21B0D5781}"/>
              </a:ext>
            </a:extLst>
          </p:cNvPr>
          <p:cNvCxnSpPr>
            <a:cxnSpLocks/>
          </p:cNvCxnSpPr>
          <p:nvPr/>
        </p:nvCxnSpPr>
        <p:spPr>
          <a:xfrm flipH="1">
            <a:off x="3820979" y="3209552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F23CAF25-52C8-5CF8-D007-554C2857941E}"/>
              </a:ext>
            </a:extLst>
          </p:cNvPr>
          <p:cNvCxnSpPr>
            <a:cxnSpLocks/>
          </p:cNvCxnSpPr>
          <p:nvPr/>
        </p:nvCxnSpPr>
        <p:spPr>
          <a:xfrm flipH="1">
            <a:off x="3815353" y="5600526"/>
            <a:ext cx="9339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B57238F3-71EE-F574-0526-3D2488079148}"/>
              </a:ext>
            </a:extLst>
          </p:cNvPr>
          <p:cNvSpPr txBox="1"/>
          <p:nvPr/>
        </p:nvSpPr>
        <p:spPr>
          <a:xfrm>
            <a:off x="3392860" y="4771948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5</a:t>
            </a:r>
            <a:endParaRPr lang="pt-BR" sz="900" dirty="0"/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8945DA07-A205-76ED-0C7E-E13C246119B9}"/>
              </a:ext>
            </a:extLst>
          </p:cNvPr>
          <p:cNvSpPr txBox="1"/>
          <p:nvPr/>
        </p:nvSpPr>
        <p:spPr>
          <a:xfrm>
            <a:off x="3219918" y="4174464"/>
            <a:ext cx="514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10</a:t>
            </a:r>
            <a:endParaRPr lang="pt-BR" sz="900" dirty="0"/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9BFFE0E1-19D5-D4DA-75A9-3175BF05BED8}"/>
              </a:ext>
            </a:extLst>
          </p:cNvPr>
          <p:cNvSpPr txBox="1"/>
          <p:nvPr/>
        </p:nvSpPr>
        <p:spPr>
          <a:xfrm>
            <a:off x="3227749" y="3576979"/>
            <a:ext cx="514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15</a:t>
            </a:r>
            <a:endParaRPr lang="pt-BR" sz="900" dirty="0"/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3D8E3234-A98D-E47C-9B2A-57A5AF767032}"/>
              </a:ext>
            </a:extLst>
          </p:cNvPr>
          <p:cNvSpPr txBox="1"/>
          <p:nvPr/>
        </p:nvSpPr>
        <p:spPr>
          <a:xfrm>
            <a:off x="3213170" y="2979495"/>
            <a:ext cx="514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20</a:t>
            </a:r>
            <a:endParaRPr lang="pt-BR" sz="900" dirty="0"/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D949CA80-951A-F9E3-5992-44EF4BEE3DD4}"/>
              </a:ext>
            </a:extLst>
          </p:cNvPr>
          <p:cNvSpPr txBox="1"/>
          <p:nvPr/>
        </p:nvSpPr>
        <p:spPr>
          <a:xfrm>
            <a:off x="3221426" y="2382010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25</a:t>
            </a:r>
            <a:endParaRPr lang="pt-BR" sz="900" dirty="0"/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70E6DDBB-7E2E-99CD-DDAC-EC2C04EDE78E}"/>
              </a:ext>
            </a:extLst>
          </p:cNvPr>
          <p:cNvSpPr txBox="1"/>
          <p:nvPr/>
        </p:nvSpPr>
        <p:spPr>
          <a:xfrm>
            <a:off x="4241933" y="5704922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1</a:t>
            </a:r>
            <a:endParaRPr lang="pt-BR" sz="900" dirty="0"/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346C4A4D-3738-FFF6-2E1F-14238F2233FE}"/>
              </a:ext>
            </a:extLst>
          </p:cNvPr>
          <p:cNvSpPr txBox="1"/>
          <p:nvPr/>
        </p:nvSpPr>
        <p:spPr>
          <a:xfrm>
            <a:off x="4836663" y="5704922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2</a:t>
            </a:r>
            <a:endParaRPr lang="pt-BR" sz="900" dirty="0"/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25AFB934-9974-36B5-6E55-623EDFF61C15}"/>
              </a:ext>
            </a:extLst>
          </p:cNvPr>
          <p:cNvSpPr txBox="1"/>
          <p:nvPr/>
        </p:nvSpPr>
        <p:spPr>
          <a:xfrm>
            <a:off x="5431393" y="5704922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3</a:t>
            </a:r>
            <a:endParaRPr lang="pt-BR" sz="900" dirty="0"/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772A911C-8AB9-715A-F085-E3CEF484D6A7}"/>
              </a:ext>
            </a:extLst>
          </p:cNvPr>
          <p:cNvSpPr txBox="1"/>
          <p:nvPr/>
        </p:nvSpPr>
        <p:spPr>
          <a:xfrm>
            <a:off x="6026123" y="5704922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4</a:t>
            </a:r>
            <a:endParaRPr lang="pt-BR" sz="900" dirty="0"/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5D2970C3-C1A6-BA47-4894-B1A3BCE5FC78}"/>
              </a:ext>
            </a:extLst>
          </p:cNvPr>
          <p:cNvSpPr txBox="1"/>
          <p:nvPr/>
        </p:nvSpPr>
        <p:spPr>
          <a:xfrm>
            <a:off x="6620853" y="5704922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5</a:t>
            </a:r>
            <a:endParaRPr lang="pt-BR" sz="900" dirty="0"/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02EEC72D-91FE-604C-ADE6-92E963D2D268}"/>
              </a:ext>
            </a:extLst>
          </p:cNvPr>
          <p:cNvSpPr txBox="1"/>
          <p:nvPr/>
        </p:nvSpPr>
        <p:spPr>
          <a:xfrm>
            <a:off x="6893499" y="6082195"/>
            <a:ext cx="1842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dirty="0"/>
              <a:t>cafés</a:t>
            </a:r>
            <a:endParaRPr lang="pt-BR" sz="900" dirty="0"/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C8E394B5-69D9-FF48-A5CC-F6DB7B5FB2F6}"/>
              </a:ext>
            </a:extLst>
          </p:cNvPr>
          <p:cNvSpPr txBox="1"/>
          <p:nvPr/>
        </p:nvSpPr>
        <p:spPr>
          <a:xfrm>
            <a:off x="2250408" y="1551013"/>
            <a:ext cx="14776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/>
              <a:t>Linhas </a:t>
            </a:r>
            <a:br>
              <a:rPr lang="pt-BR" sz="2400" dirty="0"/>
            </a:br>
            <a:r>
              <a:rPr lang="pt-BR" sz="2400" dirty="0"/>
              <a:t>de código</a:t>
            </a:r>
            <a:endParaRPr lang="pt-BR" sz="90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E5F7C02-0C83-FBCF-3841-A26E47EA0194}"/>
              </a:ext>
            </a:extLst>
          </p:cNvPr>
          <p:cNvSpPr/>
          <p:nvPr/>
        </p:nvSpPr>
        <p:spPr>
          <a:xfrm>
            <a:off x="7912938" y="3987664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" name="Elipse 113">
            <a:extLst>
              <a:ext uri="{FF2B5EF4-FFF2-40B4-BE49-F238E27FC236}">
                <a16:creationId xmlns:a16="http://schemas.microsoft.com/office/drawing/2014/main" id="{D800ECA0-D6A6-8E59-4752-29BFABB076CB}"/>
              </a:ext>
            </a:extLst>
          </p:cNvPr>
          <p:cNvSpPr/>
          <p:nvPr/>
        </p:nvSpPr>
        <p:spPr>
          <a:xfrm>
            <a:off x="4828009" y="4306274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4D19CFB2-5038-B18A-86F1-ECA782FB68C6}"/>
              </a:ext>
            </a:extLst>
          </p:cNvPr>
          <p:cNvSpPr/>
          <p:nvPr/>
        </p:nvSpPr>
        <p:spPr>
          <a:xfrm>
            <a:off x="4350677" y="4912598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68EB8A6-B63B-440F-65F2-26837AA172F3}"/>
              </a:ext>
            </a:extLst>
          </p:cNvPr>
          <p:cNvSpPr/>
          <p:nvPr/>
        </p:nvSpPr>
        <p:spPr>
          <a:xfrm>
            <a:off x="6708533" y="4963400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AD0E6FA-051B-EB93-8572-AB0619281BFA}"/>
              </a:ext>
            </a:extLst>
          </p:cNvPr>
          <p:cNvSpPr/>
          <p:nvPr/>
        </p:nvSpPr>
        <p:spPr>
          <a:xfrm>
            <a:off x="5525717" y="4662243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AFE4514-8C72-6A32-E3E8-78DCBFEDD498}"/>
              </a:ext>
            </a:extLst>
          </p:cNvPr>
          <p:cNvSpPr/>
          <p:nvPr/>
        </p:nvSpPr>
        <p:spPr>
          <a:xfrm>
            <a:off x="5529605" y="5221639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C97E962-049C-2E9E-D764-669AC26433B7}"/>
              </a:ext>
            </a:extLst>
          </p:cNvPr>
          <p:cNvSpPr/>
          <p:nvPr/>
        </p:nvSpPr>
        <p:spPr>
          <a:xfrm>
            <a:off x="5529605" y="5012345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F82C05D-B209-F91B-6F05-F778DC88DB2A}"/>
              </a:ext>
            </a:extLst>
          </p:cNvPr>
          <p:cNvSpPr/>
          <p:nvPr/>
        </p:nvSpPr>
        <p:spPr>
          <a:xfrm>
            <a:off x="7246114" y="3565039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6BB6B73-F4FA-B1EE-9CD1-9109ABC03E37}"/>
              </a:ext>
            </a:extLst>
          </p:cNvPr>
          <p:cNvSpPr/>
          <p:nvPr/>
        </p:nvSpPr>
        <p:spPr>
          <a:xfrm>
            <a:off x="6090001" y="4367910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340E737-0244-5B00-65F6-81CB7265B047}"/>
              </a:ext>
            </a:extLst>
          </p:cNvPr>
          <p:cNvSpPr/>
          <p:nvPr/>
        </p:nvSpPr>
        <p:spPr>
          <a:xfrm>
            <a:off x="7227381" y="3834315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77C76BD-004E-E93B-4F28-2347017851E6}"/>
              </a:ext>
            </a:extLst>
          </p:cNvPr>
          <p:cNvSpPr/>
          <p:nvPr/>
        </p:nvSpPr>
        <p:spPr>
          <a:xfrm>
            <a:off x="6697004" y="4704039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EFD2D386-1CCF-4270-CD24-DCA31A3C3237}"/>
              </a:ext>
            </a:extLst>
          </p:cNvPr>
          <p:cNvSpPr/>
          <p:nvPr/>
        </p:nvSpPr>
        <p:spPr>
          <a:xfrm>
            <a:off x="7252017" y="4064338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9590BF86-666C-6BBA-7470-42DD902CA131}"/>
              </a:ext>
            </a:extLst>
          </p:cNvPr>
          <p:cNvSpPr/>
          <p:nvPr/>
        </p:nvSpPr>
        <p:spPr>
          <a:xfrm>
            <a:off x="6076082" y="4021115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1560F526-C8A3-B38E-ED79-44EAA95CF770}"/>
              </a:ext>
            </a:extLst>
          </p:cNvPr>
          <p:cNvSpPr/>
          <p:nvPr/>
        </p:nvSpPr>
        <p:spPr>
          <a:xfrm>
            <a:off x="6697004" y="4384134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EF48F8F-398D-3CD6-64EF-A896ABE18D09}"/>
              </a:ext>
            </a:extLst>
          </p:cNvPr>
          <p:cNvSpPr/>
          <p:nvPr/>
        </p:nvSpPr>
        <p:spPr>
          <a:xfrm>
            <a:off x="7912939" y="4264298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C4B3704-DEEC-8151-6D4E-D11CD6F8F283}"/>
              </a:ext>
            </a:extLst>
          </p:cNvPr>
          <p:cNvSpPr/>
          <p:nvPr/>
        </p:nvSpPr>
        <p:spPr>
          <a:xfrm>
            <a:off x="7912938" y="3757533"/>
            <a:ext cx="153349" cy="15865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9430AE0-D5B9-54E9-77F1-637F81508A85}"/>
              </a:ext>
            </a:extLst>
          </p:cNvPr>
          <p:cNvSpPr/>
          <p:nvPr/>
        </p:nvSpPr>
        <p:spPr>
          <a:xfrm>
            <a:off x="4828009" y="4021115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6FD13F0-FCCB-0B80-7740-714A7FB5BB8E}"/>
              </a:ext>
            </a:extLst>
          </p:cNvPr>
          <p:cNvCxnSpPr>
            <a:cxnSpLocks/>
          </p:cNvCxnSpPr>
          <p:nvPr/>
        </p:nvCxnSpPr>
        <p:spPr>
          <a:xfrm>
            <a:off x="7390470" y="5481344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53CBAEBA-A1C7-5CC5-D6DF-1E7E71077417}"/>
              </a:ext>
            </a:extLst>
          </p:cNvPr>
          <p:cNvCxnSpPr>
            <a:cxnSpLocks/>
          </p:cNvCxnSpPr>
          <p:nvPr/>
        </p:nvCxnSpPr>
        <p:spPr>
          <a:xfrm>
            <a:off x="7989615" y="5481344"/>
            <a:ext cx="0" cy="105452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082DC26-D159-2A3D-D06D-0646EABFAD40}"/>
              </a:ext>
            </a:extLst>
          </p:cNvPr>
          <p:cNvSpPr txBox="1"/>
          <p:nvPr/>
        </p:nvSpPr>
        <p:spPr>
          <a:xfrm>
            <a:off x="7215582" y="5692247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6</a:t>
            </a:r>
            <a:endParaRPr lang="pt-BR" sz="900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D9B31B6-7100-C506-76A7-56FED5591AC7}"/>
              </a:ext>
            </a:extLst>
          </p:cNvPr>
          <p:cNvSpPr txBox="1"/>
          <p:nvPr/>
        </p:nvSpPr>
        <p:spPr>
          <a:xfrm>
            <a:off x="7814727" y="5704922"/>
            <a:ext cx="349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7</a:t>
            </a:r>
            <a:endParaRPr lang="pt-BR" sz="900" dirty="0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7D2E3363-A6CB-9517-F60A-D453D07BCD2E}"/>
              </a:ext>
            </a:extLst>
          </p:cNvPr>
          <p:cNvSpPr/>
          <p:nvPr/>
        </p:nvSpPr>
        <p:spPr>
          <a:xfrm>
            <a:off x="4198620" y="3383281"/>
            <a:ext cx="4625340" cy="1844040"/>
          </a:xfrm>
          <a:custGeom>
            <a:avLst/>
            <a:gdLst>
              <a:gd name="connsiteX0" fmla="*/ 0 w 4662404"/>
              <a:gd name="connsiteY0" fmla="*/ 1912337 h 1912337"/>
              <a:gd name="connsiteX1" fmla="*/ 632460 w 4662404"/>
              <a:gd name="connsiteY1" fmla="*/ 860777 h 1912337"/>
              <a:gd name="connsiteX2" fmla="*/ 1386840 w 4662404"/>
              <a:gd name="connsiteY2" fmla="*/ 1820897 h 1912337"/>
              <a:gd name="connsiteX3" fmla="*/ 1912620 w 4662404"/>
              <a:gd name="connsiteY3" fmla="*/ 929357 h 1912337"/>
              <a:gd name="connsiteX4" fmla="*/ 2575560 w 4662404"/>
              <a:gd name="connsiteY4" fmla="*/ 1493237 h 1912337"/>
              <a:gd name="connsiteX5" fmla="*/ 3154680 w 4662404"/>
              <a:gd name="connsiteY5" fmla="*/ 540737 h 1912337"/>
              <a:gd name="connsiteX6" fmla="*/ 4091940 w 4662404"/>
              <a:gd name="connsiteY6" fmla="*/ 990317 h 1912337"/>
              <a:gd name="connsiteX7" fmla="*/ 4625340 w 4662404"/>
              <a:gd name="connsiteY7" fmla="*/ 68297 h 1912337"/>
              <a:gd name="connsiteX8" fmla="*/ 4617720 w 4662404"/>
              <a:gd name="connsiteY8" fmla="*/ 68297 h 1912337"/>
              <a:gd name="connsiteX9" fmla="*/ 4594860 w 4662404"/>
              <a:gd name="connsiteY9" fmla="*/ 98777 h 1912337"/>
              <a:gd name="connsiteX0" fmla="*/ 0 w 4662404"/>
              <a:gd name="connsiteY0" fmla="*/ 1912337 h 1912337"/>
              <a:gd name="connsiteX1" fmla="*/ 632460 w 4662404"/>
              <a:gd name="connsiteY1" fmla="*/ 860777 h 1912337"/>
              <a:gd name="connsiteX2" fmla="*/ 1386840 w 4662404"/>
              <a:gd name="connsiteY2" fmla="*/ 1820897 h 1912337"/>
              <a:gd name="connsiteX3" fmla="*/ 1912620 w 4662404"/>
              <a:gd name="connsiteY3" fmla="*/ 929357 h 1912337"/>
              <a:gd name="connsiteX4" fmla="*/ 2575560 w 4662404"/>
              <a:gd name="connsiteY4" fmla="*/ 1493237 h 1912337"/>
              <a:gd name="connsiteX5" fmla="*/ 3154680 w 4662404"/>
              <a:gd name="connsiteY5" fmla="*/ 540737 h 1912337"/>
              <a:gd name="connsiteX6" fmla="*/ 4091940 w 4662404"/>
              <a:gd name="connsiteY6" fmla="*/ 990317 h 1912337"/>
              <a:gd name="connsiteX7" fmla="*/ 4625340 w 4662404"/>
              <a:gd name="connsiteY7" fmla="*/ 68297 h 1912337"/>
              <a:gd name="connsiteX8" fmla="*/ 4617720 w 4662404"/>
              <a:gd name="connsiteY8" fmla="*/ 68297 h 1912337"/>
              <a:gd name="connsiteX0" fmla="*/ 0 w 4625340"/>
              <a:gd name="connsiteY0" fmla="*/ 1844040 h 1844040"/>
              <a:gd name="connsiteX1" fmla="*/ 632460 w 4625340"/>
              <a:gd name="connsiteY1" fmla="*/ 792480 h 1844040"/>
              <a:gd name="connsiteX2" fmla="*/ 1386840 w 4625340"/>
              <a:gd name="connsiteY2" fmla="*/ 1752600 h 1844040"/>
              <a:gd name="connsiteX3" fmla="*/ 1912620 w 4625340"/>
              <a:gd name="connsiteY3" fmla="*/ 861060 h 1844040"/>
              <a:gd name="connsiteX4" fmla="*/ 2575560 w 4625340"/>
              <a:gd name="connsiteY4" fmla="*/ 1424940 h 1844040"/>
              <a:gd name="connsiteX5" fmla="*/ 3154680 w 4625340"/>
              <a:gd name="connsiteY5" fmla="*/ 472440 h 1844040"/>
              <a:gd name="connsiteX6" fmla="*/ 4091940 w 4625340"/>
              <a:gd name="connsiteY6" fmla="*/ 922020 h 1844040"/>
              <a:gd name="connsiteX7" fmla="*/ 4625340 w 4625340"/>
              <a:gd name="connsiteY7" fmla="*/ 0 h 184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25340" h="1844040">
                <a:moveTo>
                  <a:pt x="0" y="1844040"/>
                </a:moveTo>
                <a:cubicBezTo>
                  <a:pt x="200660" y="1325880"/>
                  <a:pt x="401320" y="807720"/>
                  <a:pt x="632460" y="792480"/>
                </a:cubicBezTo>
                <a:cubicBezTo>
                  <a:pt x="863600" y="777240"/>
                  <a:pt x="1173480" y="1741170"/>
                  <a:pt x="1386840" y="1752600"/>
                </a:cubicBezTo>
                <a:cubicBezTo>
                  <a:pt x="1600200" y="1764030"/>
                  <a:pt x="1714500" y="915670"/>
                  <a:pt x="1912620" y="861060"/>
                </a:cubicBezTo>
                <a:cubicBezTo>
                  <a:pt x="2110740" y="806450"/>
                  <a:pt x="2368550" y="1489710"/>
                  <a:pt x="2575560" y="1424940"/>
                </a:cubicBezTo>
                <a:cubicBezTo>
                  <a:pt x="2782570" y="1360170"/>
                  <a:pt x="2901950" y="556260"/>
                  <a:pt x="3154680" y="472440"/>
                </a:cubicBezTo>
                <a:cubicBezTo>
                  <a:pt x="3407410" y="388620"/>
                  <a:pt x="3846830" y="1000760"/>
                  <a:pt x="4091940" y="922020"/>
                </a:cubicBezTo>
                <a:cubicBezTo>
                  <a:pt x="4337050" y="843280"/>
                  <a:pt x="4625340" y="0"/>
                  <a:pt x="4625340" y="0"/>
                </a:cubicBezTo>
              </a:path>
            </a:pathLst>
          </a:cu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23EA39EF-D983-2749-466A-E08F32ACE3E6}"/>
              </a:ext>
            </a:extLst>
          </p:cNvPr>
          <p:cNvSpPr/>
          <p:nvPr/>
        </p:nvSpPr>
        <p:spPr>
          <a:xfrm>
            <a:off x="4339575" y="4382948"/>
            <a:ext cx="153349" cy="15334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54788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4010</TotalTime>
  <Words>47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Jefferson de Oliveira Silva</dc:creator>
  <cp:lastModifiedBy>Jefferson de Oliveira Silva</cp:lastModifiedBy>
  <cp:revision>15</cp:revision>
  <dcterms:created xsi:type="dcterms:W3CDTF">2024-04-18T15:49:58Z</dcterms:created>
  <dcterms:modified xsi:type="dcterms:W3CDTF">2024-05-07T19:39:14Z</dcterms:modified>
</cp:coreProperties>
</file>