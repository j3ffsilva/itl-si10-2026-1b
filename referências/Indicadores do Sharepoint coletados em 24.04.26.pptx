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a Bazzoni" userId="60596496-2686-4630-82aa-a6a5363faaec" providerId="ADAL" clId="{808A6359-B0CA-442A-BB9B-64DE8C5BABA7}"/>
    <pc:docChg chg="custSel addSld modSld">
      <pc:chgData name="Bruna Bazzoni" userId="60596496-2686-4630-82aa-a6a5363faaec" providerId="ADAL" clId="{808A6359-B0CA-442A-BB9B-64DE8C5BABA7}" dt="2026-04-24T17:08:15.734" v="30" actId="931"/>
      <pc:docMkLst>
        <pc:docMk/>
      </pc:docMkLst>
      <pc:sldChg chg="addSp delSp modSp add">
        <pc:chgData name="Bruna Bazzoni" userId="60596496-2686-4630-82aa-a6a5363faaec" providerId="ADAL" clId="{808A6359-B0CA-442A-BB9B-64DE8C5BABA7}" dt="2026-04-24T17:07:58.816" v="25" actId="931"/>
        <pc:sldMkLst>
          <pc:docMk/>
          <pc:sldMk cId="3065462103" sldId="266"/>
        </pc:sldMkLst>
        <pc:spChg chg="mod">
          <ac:chgData name="Bruna Bazzoni" userId="60596496-2686-4630-82aa-a6a5363faaec" providerId="ADAL" clId="{808A6359-B0CA-442A-BB9B-64DE8C5BABA7}" dt="2026-04-24T17:07:34.721" v="22" actId="20577"/>
          <ac:spMkLst>
            <pc:docMk/>
            <pc:sldMk cId="3065462103" sldId="266"/>
            <ac:spMk id="2" creationId="{C8C61395-CEA6-498C-8048-8ECD648DC491}"/>
          </ac:spMkLst>
        </pc:spChg>
        <pc:spChg chg="del">
          <ac:chgData name="Bruna Bazzoni" userId="60596496-2686-4630-82aa-a6a5363faaec" providerId="ADAL" clId="{808A6359-B0CA-442A-BB9B-64DE8C5BABA7}" dt="2026-04-24T17:07:40.951" v="23"/>
          <ac:spMkLst>
            <pc:docMk/>
            <pc:sldMk cId="3065462103" sldId="266"/>
            <ac:spMk id="3" creationId="{5B4E33E9-F953-47FB-AAE5-51FF2CB18D2D}"/>
          </ac:spMkLst>
        </pc:spChg>
        <pc:spChg chg="add del mod">
          <ac:chgData name="Bruna Bazzoni" userId="60596496-2686-4630-82aa-a6a5363faaec" providerId="ADAL" clId="{808A6359-B0CA-442A-BB9B-64DE8C5BABA7}" dt="2026-04-24T17:07:51.926" v="24" actId="931"/>
          <ac:spMkLst>
            <pc:docMk/>
            <pc:sldMk cId="3065462103" sldId="266"/>
            <ac:spMk id="4" creationId="{D5DC7C79-BA7B-4C9A-A2A4-0C35A451AAEA}"/>
          </ac:spMkLst>
        </pc:spChg>
        <pc:spChg chg="add del mod">
          <ac:chgData name="Bruna Bazzoni" userId="60596496-2686-4630-82aa-a6a5363faaec" providerId="ADAL" clId="{808A6359-B0CA-442A-BB9B-64DE8C5BABA7}" dt="2026-04-24T17:07:58.816" v="25" actId="931"/>
          <ac:spMkLst>
            <pc:docMk/>
            <pc:sldMk cId="3065462103" sldId="266"/>
            <ac:spMk id="5" creationId="{C87808A3-06D9-4AA6-9F89-5014AADD61B0}"/>
          </ac:spMkLst>
        </pc:spChg>
        <pc:picChg chg="add mod">
          <ac:chgData name="Bruna Bazzoni" userId="60596496-2686-4630-82aa-a6a5363faaec" providerId="ADAL" clId="{808A6359-B0CA-442A-BB9B-64DE8C5BABA7}" dt="2026-04-24T17:07:51.926" v="24" actId="931"/>
          <ac:picMkLst>
            <pc:docMk/>
            <pc:sldMk cId="3065462103" sldId="266"/>
            <ac:picMk id="7" creationId="{DA9B873B-48EB-4639-8E3B-79D9BC3F1095}"/>
          </ac:picMkLst>
        </pc:picChg>
        <pc:picChg chg="add mod">
          <ac:chgData name="Bruna Bazzoni" userId="60596496-2686-4630-82aa-a6a5363faaec" providerId="ADAL" clId="{808A6359-B0CA-442A-BB9B-64DE8C5BABA7}" dt="2026-04-24T17:07:58.816" v="25" actId="931"/>
          <ac:picMkLst>
            <pc:docMk/>
            <pc:sldMk cId="3065462103" sldId="266"/>
            <ac:picMk id="9" creationId="{3B7EA6B7-8A42-4E37-B188-09CD4F1D70A1}"/>
          </ac:picMkLst>
        </pc:picChg>
      </pc:sldChg>
      <pc:sldChg chg="addSp delSp modSp add">
        <pc:chgData name="Bruna Bazzoni" userId="60596496-2686-4630-82aa-a6a5363faaec" providerId="ADAL" clId="{808A6359-B0CA-442A-BB9B-64DE8C5BABA7}" dt="2026-04-24T17:08:15.734" v="30" actId="931"/>
        <pc:sldMkLst>
          <pc:docMk/>
          <pc:sldMk cId="3651861241" sldId="267"/>
        </pc:sldMkLst>
        <pc:spChg chg="add del mod">
          <ac:chgData name="Bruna Bazzoni" userId="60596496-2686-4630-82aa-a6a5363faaec" providerId="ADAL" clId="{808A6359-B0CA-442A-BB9B-64DE8C5BABA7}" dt="2026-04-24T17:08:11.798" v="29" actId="931"/>
          <ac:spMkLst>
            <pc:docMk/>
            <pc:sldMk cId="3651861241" sldId="267"/>
            <ac:spMk id="4" creationId="{4C593E77-5210-4CC1-AC9B-61D378FE2438}"/>
          </ac:spMkLst>
        </pc:spChg>
        <pc:spChg chg="add del mod">
          <ac:chgData name="Bruna Bazzoni" userId="60596496-2686-4630-82aa-a6a5363faaec" providerId="ADAL" clId="{808A6359-B0CA-442A-BB9B-64DE8C5BABA7}" dt="2026-04-24T17:08:15.734" v="30" actId="931"/>
          <ac:spMkLst>
            <pc:docMk/>
            <pc:sldMk cId="3651861241" sldId="267"/>
            <ac:spMk id="6" creationId="{85BEBD60-49D2-4BCB-AC06-4674776E66F2}"/>
          </ac:spMkLst>
        </pc:spChg>
        <pc:picChg chg="del">
          <ac:chgData name="Bruna Bazzoni" userId="60596496-2686-4630-82aa-a6a5363faaec" providerId="ADAL" clId="{808A6359-B0CA-442A-BB9B-64DE8C5BABA7}" dt="2026-04-24T17:08:07.927" v="27" actId="478"/>
          <ac:picMkLst>
            <pc:docMk/>
            <pc:sldMk cId="3651861241" sldId="267"/>
            <ac:picMk id="7" creationId="{DA9B873B-48EB-4639-8E3B-79D9BC3F1095}"/>
          </ac:picMkLst>
        </pc:picChg>
        <pc:picChg chg="del">
          <ac:chgData name="Bruna Bazzoni" userId="60596496-2686-4630-82aa-a6a5363faaec" providerId="ADAL" clId="{808A6359-B0CA-442A-BB9B-64DE8C5BABA7}" dt="2026-04-24T17:08:08.599" v="28" actId="478"/>
          <ac:picMkLst>
            <pc:docMk/>
            <pc:sldMk cId="3651861241" sldId="267"/>
            <ac:picMk id="9" creationId="{3B7EA6B7-8A42-4E37-B188-09CD4F1D70A1}"/>
          </ac:picMkLst>
        </pc:picChg>
        <pc:picChg chg="add mod">
          <ac:chgData name="Bruna Bazzoni" userId="60596496-2686-4630-82aa-a6a5363faaec" providerId="ADAL" clId="{808A6359-B0CA-442A-BB9B-64DE8C5BABA7}" dt="2026-04-24T17:08:11.798" v="29" actId="931"/>
          <ac:picMkLst>
            <pc:docMk/>
            <pc:sldMk cId="3651861241" sldId="267"/>
            <ac:picMk id="10" creationId="{004132CC-B2D4-4DCA-9BC2-92DB4C2D3AA0}"/>
          </ac:picMkLst>
        </pc:picChg>
        <pc:picChg chg="add mod">
          <ac:chgData name="Bruna Bazzoni" userId="60596496-2686-4630-82aa-a6a5363faaec" providerId="ADAL" clId="{808A6359-B0CA-442A-BB9B-64DE8C5BABA7}" dt="2026-04-24T17:08:15.734" v="30" actId="931"/>
          <ac:picMkLst>
            <pc:docMk/>
            <pc:sldMk cId="3651861241" sldId="267"/>
            <ac:picMk id="12" creationId="{6CECFC40-F971-4F06-9CA4-03D7B254787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A85C3-9E53-48D6-B86C-0115D9490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8D62D4-AA21-4BDD-9A40-607C63461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3E3192-469A-4943-A323-0C4F71C94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C9D0-7780-420D-9BAD-EDE93CE041FC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B7DC46-C08E-44B9-82D9-A404E11F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E55EA6-91BF-4D73-AD3F-A6E7812F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4C99-21D9-44C7-B890-318211B7F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6294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EF8E0-3996-4363-A753-5A240ECBE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B4B13D-8A51-4EFF-8281-54159C3D3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5A24F3-046A-4EE8-8E71-B3BC7F35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C9D0-7780-420D-9BAD-EDE93CE041FC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F49C21-7AA3-4653-AB4B-EE2ADD513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0AA377-240C-462D-B204-82FEB611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4C99-21D9-44C7-B890-318211B7F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8747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89254-CE4D-43DD-8835-F03015C0B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C42901-D34D-4D86-9B7F-DDC6CC2CC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43CEC6-9409-4D03-8C2F-4184430FF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C9D0-7780-420D-9BAD-EDE93CE041FC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511AFE-CFF5-4842-ACBE-E8D8201EB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C01330-4433-4EFA-AF49-9557A47B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4C99-21D9-44C7-B890-318211B7F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2311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7E620-074F-40CA-BC44-D9654DE6F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C0B967-D188-461E-8FE8-AE9B8239E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BA4B74-DFFE-494D-9BD6-164D52017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956A43-93B1-4933-B4EB-EE579E64C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C9D0-7780-420D-9BAD-EDE93CE041FC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3B479A-9236-477A-B153-A3125C39E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47F9C7-02FE-4BFA-80CA-7E42FD1E4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4C99-21D9-44C7-B890-318211B7F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3961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7FACB-066D-478B-AEC9-0A401B6C1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C1C849-DD12-44BE-8F75-D1FA05A5E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6A0338-6D96-4635-99B3-251CAEB59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0BF4708-3F72-4FAE-BF1E-C9BD90038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5AF85A1-0480-41D9-A231-8C35FA708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AA99D91-A9E6-4405-BC3E-22805088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C9D0-7780-420D-9BAD-EDE93CE041FC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E17F237-F80C-4A47-BC72-880283FA2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837C7B-933A-4DD2-88C3-965314E6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4C99-21D9-44C7-B890-318211B7F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7363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FF3AD-9651-4934-AC40-94F0C6992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FBF09F7-F56D-414F-9B5B-93093CBFE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C9D0-7780-420D-9BAD-EDE93CE041FC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272680C-FA94-4A58-9EF0-203BF2F4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7FE21A-F3F2-41CB-B5D8-25314665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4C99-21D9-44C7-B890-318211B7F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2005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9762CD5-9BF4-48A4-BE19-769954D63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C9D0-7780-420D-9BAD-EDE93CE041FC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A84EA5-401B-43B5-AA6E-39BE0C4C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5BE3FA-E02F-4370-9A78-48CDA252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4C99-21D9-44C7-B890-318211B7F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3403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5994A-C4C6-4A95-9115-FBB7D4FDC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D0B418-F017-4B3E-AEFE-374AF2511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2279FE-9FA6-4E84-9CD9-DBCA4E038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AC3EAC-5FB3-4622-9D84-D507E6B78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C9D0-7780-420D-9BAD-EDE93CE041FC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CF5372-4D37-475C-9978-09F64C144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245909-1771-49CC-94DE-2A27DB1C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4C99-21D9-44C7-B890-318211B7F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573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C8555-2404-44C9-B9D8-EC179410D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D446B1A-9ABF-4FFF-8FF0-9A6A53F73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EDA6F0-A966-42E1-B6A4-AF43B67BF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D0CBB1-CC32-4708-A623-AA1F14EA4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C9D0-7780-420D-9BAD-EDE93CE041FC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E7ACD6-4F5F-4B3E-8055-67961D532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089CD2-B1AB-417B-A98D-AAE49990B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4C99-21D9-44C7-B890-318211B7F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85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7C871-D140-44EC-98EA-C6263E54D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9708213-9F8E-494D-AEB3-326838A59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888AA1-C153-4FC8-9428-EF867E16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C9D0-7780-420D-9BAD-EDE93CE041FC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88E7FA-D42B-4CB5-884D-3D7C3D304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E89185-8785-4E59-9D47-C8F36581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4C99-21D9-44C7-B890-318211B7F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98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435C2D8-193A-412A-8C18-3C4B861CFC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9F73CB-7078-4161-A3B3-35C33CED8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9BAFF5-1BB2-4CB2-95B7-EC61F610C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C9D0-7780-420D-9BAD-EDE93CE041FC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36F3CE-0575-4D36-A4CF-519931206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53783A-6942-49CD-B812-E7EEFB32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4C99-21D9-44C7-B890-318211B7F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6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6B2FA13-7C82-427D-BD23-CFDC3040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233E6B-0812-4A30-BD3C-22AFA7090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D377D6-2190-43B1-9446-88BBD528E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3C9D0-7780-420D-9BAD-EDE93CE041FC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E062BC-80D4-449E-9ABE-8767A8B8F7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B12859-3BC8-44A3-A044-677B95A90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D4C99-21D9-44C7-B890-318211B7FD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9796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fi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176FB-A456-42FA-BA2D-428FA5EDFD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Indicadores do Sharepoint</a:t>
            </a:r>
            <a:br>
              <a:rPr lang="pt-BR" dirty="0"/>
            </a:br>
            <a:r>
              <a:rPr lang="pt-BR" dirty="0"/>
              <a:t>Home Page da Intranet do IPT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DCD2AC-0F70-4D46-807B-819C72F4A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24/04/2026</a:t>
            </a:r>
          </a:p>
        </p:txBody>
      </p:sp>
    </p:spTree>
    <p:extLst>
      <p:ext uri="{BB962C8B-B14F-4D97-AF65-F5344CB8AC3E}">
        <p14:creationId xmlns:p14="http://schemas.microsoft.com/office/powerpoint/2010/main" val="4074590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1E529-169F-48FA-B8F6-C93D4A851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uso do site – 7 dias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8B566E6-66FC-4C4A-82CC-A1C6DF42CA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73281"/>
            <a:ext cx="10515600" cy="205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79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1E529-169F-48FA-B8F6-C93D4A851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uso do site – 30 dias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97F002CC-4E25-405C-8B9B-6CC904BF22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001571"/>
            <a:ext cx="10515600" cy="199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72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1E529-169F-48FA-B8F6-C93D4A851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uso do site – 90 dias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83E0031B-E1A4-4844-A5C1-8743130F2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018314"/>
            <a:ext cx="10515600" cy="196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40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1E529-169F-48FA-B8F6-C93D4A851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Conteúdo popular nos últimos 7 dias – por visualizadores exclusivos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F457D7B-7DA7-4F9C-BFD8-B7F1F114A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817079"/>
            <a:ext cx="10515600" cy="236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10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1E529-169F-48FA-B8F6-C93D4A851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Conteúdo popular nos últimos 7 dias – por vistas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2683D679-5D9F-4200-B607-F7447A709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827500"/>
            <a:ext cx="10515600" cy="234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41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1E529-169F-48FA-B8F6-C93D4A851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Conteúdo popular nos últimos 7 dias – por tempo gasto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FD7267C-7971-47A9-AE50-0DFA0AFB5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88110"/>
            <a:ext cx="10515600" cy="362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51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B19E0-E492-4A37-89D8-8137F7017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Insights de uso – 7 dias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B21ED1F6-78CC-414B-B3CC-7948F767F3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08316"/>
            <a:ext cx="10515600" cy="218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628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B19E0-E492-4A37-89D8-8137F7017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Insights de uso – 30 dias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FFE5150C-9054-4ADD-8867-4599D48D32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00289"/>
            <a:ext cx="10515600" cy="220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194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B19E0-E492-4A37-89D8-8137F7017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Insights de uso – 90 dias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1FB5C848-3170-452A-A5FF-58E48A12F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882858"/>
            <a:ext cx="10515600" cy="223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979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61395-CEA6-498C-8048-8ECD648DC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Desempenho do site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DA9B873B-48EB-4639-8E3B-79D9BC3F10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520" y="1825625"/>
            <a:ext cx="4322959" cy="4351338"/>
          </a:xfrm>
        </p:spPr>
      </p:pic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3B7EA6B7-8A42-4E37-B188-09CD4F1D70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67447"/>
            <a:ext cx="5181600" cy="3867694"/>
          </a:xfrm>
        </p:spPr>
      </p:pic>
    </p:spTree>
    <p:extLst>
      <p:ext uri="{BB962C8B-B14F-4D97-AF65-F5344CB8AC3E}">
        <p14:creationId xmlns:p14="http://schemas.microsoft.com/office/powerpoint/2010/main" val="3065462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61395-CEA6-498C-8048-8ECD648DC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Desempenho do site</a:t>
            </a: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004132CC-B2D4-4DCA-9BC2-92DB4C2D3A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85410"/>
            <a:ext cx="5181600" cy="3231767"/>
          </a:xfrm>
        </p:spPr>
      </p:pic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6CECFC40-F971-4F06-9CA4-03D7B25478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17781"/>
            <a:ext cx="5181600" cy="2767026"/>
          </a:xfrm>
        </p:spPr>
      </p:pic>
    </p:spTree>
    <p:extLst>
      <p:ext uri="{BB962C8B-B14F-4D97-AF65-F5344CB8AC3E}">
        <p14:creationId xmlns:p14="http://schemas.microsoft.com/office/powerpoint/2010/main" val="36518612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5974154-20f5-4267-b015-1dc31c347b1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50D4E41FE4360418A47F56C40745A91" ma:contentTypeVersion="19" ma:contentTypeDescription="Crie um novo documento." ma:contentTypeScope="" ma:versionID="c6dd2766ae21861399f29eed216cb855">
  <xsd:schema xmlns:xsd="http://www.w3.org/2001/XMLSchema" xmlns:xs="http://www.w3.org/2001/XMLSchema" xmlns:p="http://schemas.microsoft.com/office/2006/metadata/properties" xmlns:ns3="65a0ad0d-aef6-4631-9e8a-63032fe3eb72" xmlns:ns4="f5974154-20f5-4267-b015-1dc31c347b17" targetNamespace="http://schemas.microsoft.com/office/2006/metadata/properties" ma:root="true" ma:fieldsID="a45f71d8561150c58c28514c6ebf0e92" ns3:_="" ns4:_="">
    <xsd:import namespace="65a0ad0d-aef6-4631-9e8a-63032fe3eb72"/>
    <xsd:import namespace="f5974154-20f5-4267-b015-1dc31c347b17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0ad0d-aef6-4631-9e8a-63032fe3eb7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974154-20f5-4267-b015-1dc31c347b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36F017-873D-47FD-81EA-C228E6E83951}">
  <ds:schemaRefs>
    <ds:schemaRef ds:uri="http://schemas.microsoft.com/office/infopath/2007/PartnerControls"/>
    <ds:schemaRef ds:uri="f5974154-20f5-4267-b015-1dc31c347b17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65a0ad0d-aef6-4631-9e8a-63032fe3eb72"/>
  </ds:schemaRefs>
</ds:datastoreItem>
</file>

<file path=customXml/itemProps2.xml><?xml version="1.0" encoding="utf-8"?>
<ds:datastoreItem xmlns:ds="http://schemas.openxmlformats.org/officeDocument/2006/customXml" ds:itemID="{F98F7134-A18C-49A9-9817-9A7A10627A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A92E50-4241-41A7-AA2F-157617F074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a0ad0d-aef6-4631-9e8a-63032fe3eb72"/>
    <ds:schemaRef ds:uri="f5974154-20f5-4267-b015-1dc31c347b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</Words>
  <Application>Microsoft Office PowerPoint</Application>
  <PresentationFormat>Widescreen</PresentationFormat>
  <Paragraphs>13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do Office</vt:lpstr>
      <vt:lpstr>Indicadores do Sharepoint Home Page da Intranet do IPT</vt:lpstr>
      <vt:lpstr>Análise de uso do site – 7 dias</vt:lpstr>
      <vt:lpstr>Análise de uso do site – 30 dias</vt:lpstr>
      <vt:lpstr>Análise de uso do site – 90 dias</vt:lpstr>
      <vt:lpstr>Conteúdo popular nos últimos 7 dias – por visualizadores exclusivos</vt:lpstr>
      <vt:lpstr>Conteúdo popular nos últimos 7 dias – por vistas</vt:lpstr>
      <vt:lpstr>Conteúdo popular nos últimos 7 dias – por tempo gasto</vt:lpstr>
      <vt:lpstr>Insights de uso – 7 dias</vt:lpstr>
      <vt:lpstr>Insights de uso – 30 dias</vt:lpstr>
      <vt:lpstr>Insights de uso – 90 dias</vt:lpstr>
      <vt:lpstr>Desempenho do site</vt:lpstr>
      <vt:lpstr>Desempenho do site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Indicadores do Sharepoint Home Page da Intranet do IPT</dc:title>
  <dc:creator>Bruna Bazzoni</dc:creator>
  <cp:lastModifiedBy>Bruna Bazzoni</cp:lastModifiedBy>
  <cp:revision>1</cp:revision>
  <dcterms:created xsi:type="dcterms:W3CDTF">2026-04-24T14:02:56Z</dcterms:created>
  <dcterms:modified xsi:type="dcterms:W3CDTF">2026-04-24T17:08:17Z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0x010100650D4E41FE4360418A47F56C40745A91</vt:lpwstr>
  </property>
</Properties>
</file>